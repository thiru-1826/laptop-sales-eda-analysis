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67" r:id="rId5"/>
    <p:sldId id="264" r:id="rId6"/>
    <p:sldId id="266" r:id="rId7"/>
    <p:sldId id="265" r:id="rId8"/>
    <p:sldId id="276" r:id="rId9"/>
    <p:sldId id="275" r:id="rId10"/>
    <p:sldId id="273" r:id="rId11"/>
    <p:sldId id="274" r:id="rId12"/>
    <p:sldId id="261" r:id="rId13"/>
    <p:sldId id="271" r:id="rId14"/>
    <p:sldId id="269" r:id="rId15"/>
    <p:sldId id="258" r:id="rId16"/>
    <p:sldId id="270" r:id="rId17"/>
    <p:sldId id="260" r:id="rId18"/>
    <p:sldId id="268" r:id="rId19"/>
    <p:sldId id="277" r:id="rId20"/>
    <p:sldId id="279" r:id="rId21"/>
    <p:sldId id="281" r:id="rId22"/>
    <p:sldId id="283" r:id="rId23"/>
    <p:sldId id="282" r:id="rId24"/>
    <p:sldId id="259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0D7AA6-BD12-4095-9338-0CE0E295787D}" v="263" dt="2026-01-30T17:09:37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daveni Thirupathi" userId="eb9d43b22d48b970" providerId="LiveId" clId="{7B272BB5-451C-45F5-B85C-5EBD832C7413}"/>
    <pc:docChg chg="undo redo custSel addSld delSld modSld sldOrd">
      <pc:chgData name="Reddaveni Thirupathi" userId="eb9d43b22d48b970" providerId="LiveId" clId="{7B272BB5-451C-45F5-B85C-5EBD832C7413}" dt="2026-01-31T05:18:22.041" v="4178" actId="20577"/>
      <pc:docMkLst>
        <pc:docMk/>
      </pc:docMkLst>
      <pc:sldChg chg="addSp delSp modSp mod">
        <pc:chgData name="Reddaveni Thirupathi" userId="eb9d43b22d48b970" providerId="LiveId" clId="{7B272BB5-451C-45F5-B85C-5EBD832C7413}" dt="2026-01-29T20:18:52.643" v="3248" actId="34135"/>
        <pc:sldMkLst>
          <pc:docMk/>
          <pc:sldMk cId="3218274105" sldId="256"/>
        </pc:sldMkLst>
        <pc:spChg chg="mod">
          <ac:chgData name="Reddaveni Thirupathi" userId="eb9d43b22d48b970" providerId="LiveId" clId="{7B272BB5-451C-45F5-B85C-5EBD832C7413}" dt="2026-01-29T20:18:34.900" v="3246" actId="20577"/>
          <ac:spMkLst>
            <pc:docMk/>
            <pc:sldMk cId="3218274105" sldId="256"/>
            <ac:spMk id="11" creationId="{EDFDF2A5-70DF-6C05-3229-C15904252D0F}"/>
          </ac:spMkLst>
        </pc:spChg>
        <pc:picChg chg="mod">
          <ac:chgData name="Reddaveni Thirupathi" userId="eb9d43b22d48b970" providerId="LiveId" clId="{7B272BB5-451C-45F5-B85C-5EBD832C7413}" dt="2026-01-29T20:18:52.643" v="3248" actId="34135"/>
          <ac:picMkLst>
            <pc:docMk/>
            <pc:sldMk cId="3218274105" sldId="256"/>
            <ac:picMk id="5" creationId="{8916A679-1C7F-92B6-7EFA-3ED937DED9BE}"/>
          </ac:picMkLst>
        </pc:picChg>
      </pc:sldChg>
      <pc:sldChg chg="addSp modSp mod">
        <pc:chgData name="Reddaveni Thirupathi" userId="eb9d43b22d48b970" providerId="LiveId" clId="{7B272BB5-451C-45F5-B85C-5EBD832C7413}" dt="2026-01-28T08:25:31.459" v="1799" actId="34135"/>
        <pc:sldMkLst>
          <pc:docMk/>
          <pc:sldMk cId="1331699035" sldId="257"/>
        </pc:sldMkLst>
        <pc:picChg chg="add mod">
          <ac:chgData name="Reddaveni Thirupathi" userId="eb9d43b22d48b970" providerId="LiveId" clId="{7B272BB5-451C-45F5-B85C-5EBD832C7413}" dt="2026-01-28T08:25:31.459" v="1799" actId="34135"/>
          <ac:picMkLst>
            <pc:docMk/>
            <pc:sldMk cId="1331699035" sldId="257"/>
            <ac:picMk id="3" creationId="{8AF831CD-86CF-D2A8-1EC4-1CA0EC6C27A5}"/>
          </ac:picMkLst>
        </pc:picChg>
        <pc:picChg chg="mod">
          <ac:chgData name="Reddaveni Thirupathi" userId="eb9d43b22d48b970" providerId="LiveId" clId="{7B272BB5-451C-45F5-B85C-5EBD832C7413}" dt="2026-01-28T07:01:11.732" v="452" actId="34136"/>
          <ac:picMkLst>
            <pc:docMk/>
            <pc:sldMk cId="1331699035" sldId="257"/>
            <ac:picMk id="5" creationId="{03432ECA-B543-B07B-C2D6-20B203A61077}"/>
          </ac:picMkLst>
        </pc:picChg>
      </pc:sldChg>
      <pc:sldChg chg="addSp modSp mod ord">
        <pc:chgData name="Reddaveni Thirupathi" userId="eb9d43b22d48b970" providerId="LiveId" clId="{7B272BB5-451C-45F5-B85C-5EBD832C7413}" dt="2026-01-30T16:52:48.773" v="4037" actId="20577"/>
        <pc:sldMkLst>
          <pc:docMk/>
          <pc:sldMk cId="1815548398" sldId="258"/>
        </pc:sldMkLst>
        <pc:spChg chg="add mod">
          <ac:chgData name="Reddaveni Thirupathi" userId="eb9d43b22d48b970" providerId="LiveId" clId="{7B272BB5-451C-45F5-B85C-5EBD832C7413}" dt="2026-01-28T12:53:53.400" v="3031" actId="1076"/>
          <ac:spMkLst>
            <pc:docMk/>
            <pc:sldMk cId="1815548398" sldId="258"/>
            <ac:spMk id="2" creationId="{D8590E20-C62B-6389-CFE3-98E8149C4996}"/>
          </ac:spMkLst>
        </pc:spChg>
        <pc:spChg chg="add mod">
          <ac:chgData name="Reddaveni Thirupathi" userId="eb9d43b22d48b970" providerId="LiveId" clId="{7B272BB5-451C-45F5-B85C-5EBD832C7413}" dt="2026-01-30T16:51:04.544" v="3974" actId="1076"/>
          <ac:spMkLst>
            <pc:docMk/>
            <pc:sldMk cId="1815548398" sldId="258"/>
            <ac:spMk id="4" creationId="{435DB3D3-1F1A-E99D-088B-9F477E9D3A8F}"/>
          </ac:spMkLst>
        </pc:spChg>
        <pc:spChg chg="add mod">
          <ac:chgData name="Reddaveni Thirupathi" userId="eb9d43b22d48b970" providerId="LiveId" clId="{7B272BB5-451C-45F5-B85C-5EBD832C7413}" dt="2026-01-30T16:52:48.773" v="4037" actId="20577"/>
          <ac:spMkLst>
            <pc:docMk/>
            <pc:sldMk cId="1815548398" sldId="258"/>
            <ac:spMk id="6" creationId="{36F154C7-0B99-CD49-6B7F-B2DBAB3147AA}"/>
          </ac:spMkLst>
        </pc:spChg>
        <pc:picChg chg="add mod">
          <ac:chgData name="Reddaveni Thirupathi" userId="eb9d43b22d48b970" providerId="LiveId" clId="{7B272BB5-451C-45F5-B85C-5EBD832C7413}" dt="2026-01-30T16:51:07.761" v="3975" actId="1076"/>
          <ac:picMkLst>
            <pc:docMk/>
            <pc:sldMk cId="1815548398" sldId="258"/>
            <ac:picMk id="3" creationId="{09B202A9-FBA8-61E8-E7B5-A6676999A7C2}"/>
          </ac:picMkLst>
        </pc:picChg>
        <pc:picChg chg="add mod">
          <ac:chgData name="Reddaveni Thirupathi" userId="eb9d43b22d48b970" providerId="LiveId" clId="{7B272BB5-451C-45F5-B85C-5EBD832C7413}" dt="2026-01-28T08:25:58.790" v="1813"/>
          <ac:picMkLst>
            <pc:docMk/>
            <pc:sldMk cId="1815548398" sldId="258"/>
            <ac:picMk id="5" creationId="{05077926-06F8-46D9-21D2-4234A734691F}"/>
          </ac:picMkLst>
        </pc:picChg>
      </pc:sldChg>
      <pc:sldChg chg="addSp modSp mod">
        <pc:chgData name="Reddaveni Thirupathi" userId="eb9d43b22d48b970" providerId="LiveId" clId="{7B272BB5-451C-45F5-B85C-5EBD832C7413}" dt="2026-01-29T20:06:23.326" v="3132" actId="1076"/>
        <pc:sldMkLst>
          <pc:docMk/>
          <pc:sldMk cId="3908866565" sldId="259"/>
        </pc:sldMkLst>
        <pc:spChg chg="add mod">
          <ac:chgData name="Reddaveni Thirupathi" userId="eb9d43b22d48b970" providerId="LiveId" clId="{7B272BB5-451C-45F5-B85C-5EBD832C7413}" dt="2026-01-29T20:06:23.326" v="3132" actId="1076"/>
          <ac:spMkLst>
            <pc:docMk/>
            <pc:sldMk cId="3908866565" sldId="259"/>
            <ac:spMk id="2" creationId="{CA484A83-3535-41FC-3E72-C6F6B4F747C2}"/>
          </ac:spMkLst>
        </pc:spChg>
        <pc:spChg chg="add mod">
          <ac:chgData name="Reddaveni Thirupathi" userId="eb9d43b22d48b970" providerId="LiveId" clId="{7B272BB5-451C-45F5-B85C-5EBD832C7413}" dt="2026-01-29T19:57:09.102" v="3046" actId="1076"/>
          <ac:spMkLst>
            <pc:docMk/>
            <pc:sldMk cId="3908866565" sldId="259"/>
            <ac:spMk id="3" creationId="{406061F6-D5CF-8D32-7DB6-B85340224CA0}"/>
          </ac:spMkLst>
        </pc:spChg>
        <pc:picChg chg="add mod">
          <ac:chgData name="Reddaveni Thirupathi" userId="eb9d43b22d48b970" providerId="LiveId" clId="{7B272BB5-451C-45F5-B85C-5EBD832C7413}" dt="2026-01-28T08:26:21.589" v="1818"/>
          <ac:picMkLst>
            <pc:docMk/>
            <pc:sldMk cId="3908866565" sldId="259"/>
            <ac:picMk id="4" creationId="{890CF5A5-8E55-E046-CEED-9CE6E4CFF0BA}"/>
          </ac:picMkLst>
        </pc:picChg>
      </pc:sldChg>
      <pc:sldChg chg="addSp delSp modSp mod">
        <pc:chgData name="Reddaveni Thirupathi" userId="eb9d43b22d48b970" providerId="LiveId" clId="{7B272BB5-451C-45F5-B85C-5EBD832C7413}" dt="2026-01-30T16:59:33.564" v="4073" actId="113"/>
        <pc:sldMkLst>
          <pc:docMk/>
          <pc:sldMk cId="46917003" sldId="260"/>
        </pc:sldMkLst>
        <pc:spChg chg="add mod">
          <ac:chgData name="Reddaveni Thirupathi" userId="eb9d43b22d48b970" providerId="LiveId" clId="{7B272BB5-451C-45F5-B85C-5EBD832C7413}" dt="2026-01-30T16:59:33.564" v="4073" actId="113"/>
          <ac:spMkLst>
            <pc:docMk/>
            <pc:sldMk cId="46917003" sldId="260"/>
            <ac:spMk id="2" creationId="{8F50518B-D25E-D984-3522-9CCAC1C442E7}"/>
          </ac:spMkLst>
        </pc:spChg>
        <pc:spChg chg="add mod">
          <ac:chgData name="Reddaveni Thirupathi" userId="eb9d43b22d48b970" providerId="LiveId" clId="{7B272BB5-451C-45F5-B85C-5EBD832C7413}" dt="2026-01-30T16:58:21.015" v="4058" actId="255"/>
          <ac:spMkLst>
            <pc:docMk/>
            <pc:sldMk cId="46917003" sldId="260"/>
            <ac:spMk id="4" creationId="{E722B287-9DB4-16CD-CD7B-A6B28211DA75}"/>
          </ac:spMkLst>
        </pc:spChg>
        <pc:spChg chg="add mod">
          <ac:chgData name="Reddaveni Thirupathi" userId="eb9d43b22d48b970" providerId="LiveId" clId="{7B272BB5-451C-45F5-B85C-5EBD832C7413}" dt="2026-01-30T16:58:29.565" v="4060" actId="1076"/>
          <ac:spMkLst>
            <pc:docMk/>
            <pc:sldMk cId="46917003" sldId="260"/>
            <ac:spMk id="7" creationId="{A87DC770-0785-9F9D-D697-25D73C517C17}"/>
          </ac:spMkLst>
        </pc:spChg>
        <pc:picChg chg="add mod">
          <ac:chgData name="Reddaveni Thirupathi" userId="eb9d43b22d48b970" providerId="LiveId" clId="{7B272BB5-451C-45F5-B85C-5EBD832C7413}" dt="2026-01-30T16:58:25.002" v="4059" actId="1076"/>
          <ac:picMkLst>
            <pc:docMk/>
            <pc:sldMk cId="46917003" sldId="260"/>
            <ac:picMk id="3" creationId="{28D79229-581F-C587-E738-E2ACD1E75240}"/>
          </ac:picMkLst>
        </pc:picChg>
        <pc:picChg chg="add mod">
          <ac:chgData name="Reddaveni Thirupathi" userId="eb9d43b22d48b970" providerId="LiveId" clId="{7B272BB5-451C-45F5-B85C-5EBD832C7413}" dt="2026-01-28T08:26:02.503" v="1815"/>
          <ac:picMkLst>
            <pc:docMk/>
            <pc:sldMk cId="46917003" sldId="260"/>
            <ac:picMk id="6" creationId="{35E684F7-01F9-FA86-1187-C52AF69CF1E1}"/>
          </ac:picMkLst>
        </pc:picChg>
      </pc:sldChg>
      <pc:sldChg chg="addSp modSp mod ord">
        <pc:chgData name="Reddaveni Thirupathi" userId="eb9d43b22d48b970" providerId="LiveId" clId="{7B272BB5-451C-45F5-B85C-5EBD832C7413}" dt="2026-01-30T16:29:51.570" v="3860" actId="207"/>
        <pc:sldMkLst>
          <pc:docMk/>
          <pc:sldMk cId="1126652779" sldId="261"/>
        </pc:sldMkLst>
        <pc:spChg chg="add mod">
          <ac:chgData name="Reddaveni Thirupathi" userId="eb9d43b22d48b970" providerId="LiveId" clId="{7B272BB5-451C-45F5-B85C-5EBD832C7413}" dt="2026-01-29T20:16:04.839" v="3235"/>
          <ac:spMkLst>
            <pc:docMk/>
            <pc:sldMk cId="1126652779" sldId="261"/>
            <ac:spMk id="2" creationId="{1DBAA6A2-2046-C4B3-EE7A-3C05210240C6}"/>
          </ac:spMkLst>
        </pc:spChg>
        <pc:spChg chg="add mod">
          <ac:chgData name="Reddaveni Thirupathi" userId="eb9d43b22d48b970" providerId="LiveId" clId="{7B272BB5-451C-45F5-B85C-5EBD832C7413}" dt="2026-01-30T16:29:51.570" v="3860" actId="207"/>
          <ac:spMkLst>
            <pc:docMk/>
            <pc:sldMk cId="1126652779" sldId="261"/>
            <ac:spMk id="3" creationId="{DE51F0EA-5837-0DE2-7824-776B1B17F309}"/>
          </ac:spMkLst>
        </pc:spChg>
        <pc:picChg chg="add mod">
          <ac:chgData name="Reddaveni Thirupathi" userId="eb9d43b22d48b970" providerId="LiveId" clId="{7B272BB5-451C-45F5-B85C-5EBD832C7413}" dt="2026-01-28T08:25:52.819" v="1809"/>
          <ac:picMkLst>
            <pc:docMk/>
            <pc:sldMk cId="1126652779" sldId="261"/>
            <ac:picMk id="4" creationId="{7BABE565-5BC3-9352-AD70-A48EA7769522}"/>
          </ac:picMkLst>
        </pc:picChg>
      </pc:sldChg>
      <pc:sldChg chg="addSp modSp mod">
        <pc:chgData name="Reddaveni Thirupathi" userId="eb9d43b22d48b970" providerId="LiveId" clId="{7B272BB5-451C-45F5-B85C-5EBD832C7413}" dt="2026-01-30T16:08:54.846" v="3640" actId="113"/>
        <pc:sldMkLst>
          <pc:docMk/>
          <pc:sldMk cId="3934448450" sldId="264"/>
        </pc:sldMkLst>
        <pc:spChg chg="mod">
          <ac:chgData name="Reddaveni Thirupathi" userId="eb9d43b22d48b970" providerId="LiveId" clId="{7B272BB5-451C-45F5-B85C-5EBD832C7413}" dt="2026-01-28T11:34:27.614" v="2521" actId="20577"/>
          <ac:spMkLst>
            <pc:docMk/>
            <pc:sldMk cId="3934448450" sldId="264"/>
            <ac:spMk id="2" creationId="{C08E81C2-6DDC-E1E0-3CC7-3C8675A353C7}"/>
          </ac:spMkLst>
        </pc:spChg>
        <pc:spChg chg="mod">
          <ac:chgData name="Reddaveni Thirupathi" userId="eb9d43b22d48b970" providerId="LiveId" clId="{7B272BB5-451C-45F5-B85C-5EBD832C7413}" dt="2026-01-30T16:08:54.846" v="3640" actId="113"/>
          <ac:spMkLst>
            <pc:docMk/>
            <pc:sldMk cId="3934448450" sldId="264"/>
            <ac:spMk id="3" creationId="{87BFD834-6EC4-0500-1186-7B7282FA0D2D}"/>
          </ac:spMkLst>
        </pc:spChg>
        <pc:picChg chg="add mod">
          <ac:chgData name="Reddaveni Thirupathi" userId="eb9d43b22d48b970" providerId="LiveId" clId="{7B272BB5-451C-45F5-B85C-5EBD832C7413}" dt="2026-01-28T08:25:36.150" v="1801"/>
          <ac:picMkLst>
            <pc:docMk/>
            <pc:sldMk cId="3934448450" sldId="264"/>
            <ac:picMk id="4" creationId="{9C9427D6-EDB9-F64F-2499-8FC219D11674}"/>
          </ac:picMkLst>
        </pc:picChg>
      </pc:sldChg>
      <pc:sldChg chg="addSp modSp mod">
        <pc:chgData name="Reddaveni Thirupathi" userId="eb9d43b22d48b970" providerId="LiveId" clId="{7B272BB5-451C-45F5-B85C-5EBD832C7413}" dt="2026-01-30T16:14:04.246" v="3780" actId="20577"/>
        <pc:sldMkLst>
          <pc:docMk/>
          <pc:sldMk cId="2093756967" sldId="265"/>
        </pc:sldMkLst>
        <pc:spChg chg="add mod">
          <ac:chgData name="Reddaveni Thirupathi" userId="eb9d43b22d48b970" providerId="LiveId" clId="{7B272BB5-451C-45F5-B85C-5EBD832C7413}" dt="2026-01-28T06:55:07.184" v="138" actId="115"/>
          <ac:spMkLst>
            <pc:docMk/>
            <pc:sldMk cId="2093756967" sldId="265"/>
            <ac:spMk id="2" creationId="{74E7CE6B-FBA9-B1AC-BB51-F0DCFDB29CB4}"/>
          </ac:spMkLst>
        </pc:spChg>
        <pc:spChg chg="add mod">
          <ac:chgData name="Reddaveni Thirupathi" userId="eb9d43b22d48b970" providerId="LiveId" clId="{7B272BB5-451C-45F5-B85C-5EBD832C7413}" dt="2026-01-30T16:14:04.246" v="3780" actId="20577"/>
          <ac:spMkLst>
            <pc:docMk/>
            <pc:sldMk cId="2093756967" sldId="265"/>
            <ac:spMk id="3" creationId="{F3DD5908-8418-DED0-9FAA-8FB785EDC942}"/>
          </ac:spMkLst>
        </pc:spChg>
        <pc:picChg chg="add mod">
          <ac:chgData name="Reddaveni Thirupathi" userId="eb9d43b22d48b970" providerId="LiveId" clId="{7B272BB5-451C-45F5-B85C-5EBD832C7413}" dt="2026-01-28T08:25:40.016" v="1803"/>
          <ac:picMkLst>
            <pc:docMk/>
            <pc:sldMk cId="2093756967" sldId="265"/>
            <ac:picMk id="4" creationId="{280DD9FC-2C65-CBED-7044-DF3A73DD477A}"/>
          </ac:picMkLst>
        </pc:picChg>
      </pc:sldChg>
      <pc:sldChg chg="addSp modSp mod">
        <pc:chgData name="Reddaveni Thirupathi" userId="eb9d43b22d48b970" providerId="LiveId" clId="{7B272BB5-451C-45F5-B85C-5EBD832C7413}" dt="2026-01-29T20:16:31.521" v="3237" actId="1076"/>
        <pc:sldMkLst>
          <pc:docMk/>
          <pc:sldMk cId="2755765109" sldId="266"/>
        </pc:sldMkLst>
        <pc:spChg chg="mod">
          <ac:chgData name="Reddaveni Thirupathi" userId="eb9d43b22d48b970" providerId="LiveId" clId="{7B272BB5-451C-45F5-B85C-5EBD832C7413}" dt="2026-01-29T20:05:30.665" v="3129"/>
          <ac:spMkLst>
            <pc:docMk/>
            <pc:sldMk cId="2755765109" sldId="266"/>
            <ac:spMk id="2" creationId="{7B4CF41C-D6E2-04B4-233F-1CE1CF526EDA}"/>
          </ac:spMkLst>
        </pc:spChg>
        <pc:spChg chg="mod">
          <ac:chgData name="Reddaveni Thirupathi" userId="eb9d43b22d48b970" providerId="LiveId" clId="{7B272BB5-451C-45F5-B85C-5EBD832C7413}" dt="2026-01-28T12:50:58.956" v="2989" actId="1076"/>
          <ac:spMkLst>
            <pc:docMk/>
            <pc:sldMk cId="2755765109" sldId="266"/>
            <ac:spMk id="3" creationId="{D8520C4B-B322-652B-4C88-AC525D1964C3}"/>
          </ac:spMkLst>
        </pc:spChg>
        <pc:picChg chg="add mod">
          <ac:chgData name="Reddaveni Thirupathi" userId="eb9d43b22d48b970" providerId="LiveId" clId="{7B272BB5-451C-45F5-B85C-5EBD832C7413}" dt="2026-01-28T08:25:38.703" v="1802"/>
          <ac:picMkLst>
            <pc:docMk/>
            <pc:sldMk cId="2755765109" sldId="266"/>
            <ac:picMk id="4" creationId="{9A5C3697-76B5-F917-C164-3DE42B3FC463}"/>
          </ac:picMkLst>
        </pc:picChg>
        <pc:picChg chg="add mod">
          <ac:chgData name="Reddaveni Thirupathi" userId="eb9d43b22d48b970" providerId="LiveId" clId="{7B272BB5-451C-45F5-B85C-5EBD832C7413}" dt="2026-01-29T20:16:31.521" v="3237" actId="1076"/>
          <ac:picMkLst>
            <pc:docMk/>
            <pc:sldMk cId="2755765109" sldId="266"/>
            <ac:picMk id="5" creationId="{1EA8FC2B-2351-D4C7-4A83-73903BD5C8CD}"/>
          </ac:picMkLst>
        </pc:picChg>
      </pc:sldChg>
      <pc:sldChg chg="addSp modSp mod">
        <pc:chgData name="Reddaveni Thirupathi" userId="eb9d43b22d48b970" providerId="LiveId" clId="{7B272BB5-451C-45F5-B85C-5EBD832C7413}" dt="2026-01-29T20:18:18.465" v="3245" actId="1076"/>
        <pc:sldMkLst>
          <pc:docMk/>
          <pc:sldMk cId="4140691937" sldId="267"/>
        </pc:sldMkLst>
        <pc:spChg chg="mod">
          <ac:chgData name="Reddaveni Thirupathi" userId="eb9d43b22d48b970" providerId="LiveId" clId="{7B272BB5-451C-45F5-B85C-5EBD832C7413}" dt="2026-01-29T20:18:18.465" v="3245" actId="1076"/>
          <ac:spMkLst>
            <pc:docMk/>
            <pc:sldMk cId="4140691937" sldId="267"/>
            <ac:spMk id="2" creationId="{88CBEBD8-A0E1-BE8A-E5C3-EA2F621DC793}"/>
          </ac:spMkLst>
        </pc:spChg>
        <pc:spChg chg="mod">
          <ac:chgData name="Reddaveni Thirupathi" userId="eb9d43b22d48b970" providerId="LiveId" clId="{7B272BB5-451C-45F5-B85C-5EBD832C7413}" dt="2026-01-28T12:47:55.286" v="2966" actId="1076"/>
          <ac:spMkLst>
            <pc:docMk/>
            <pc:sldMk cId="4140691937" sldId="267"/>
            <ac:spMk id="3" creationId="{41800967-C9E2-9736-45D0-6AFB6A82E32A}"/>
          </ac:spMkLst>
        </pc:spChg>
        <pc:spChg chg="mod">
          <ac:chgData name="Reddaveni Thirupathi" userId="eb9d43b22d48b970" providerId="LiveId" clId="{7B272BB5-451C-45F5-B85C-5EBD832C7413}" dt="2026-01-29T20:18:00.430" v="3243" actId="1076"/>
          <ac:spMkLst>
            <pc:docMk/>
            <pc:sldMk cId="4140691937" sldId="267"/>
            <ac:spMk id="4" creationId="{C1BE97A7-C77A-C3D1-A12C-97EFF6F8D225}"/>
          </ac:spMkLst>
        </pc:spChg>
        <pc:spChg chg="mod">
          <ac:chgData name="Reddaveni Thirupathi" userId="eb9d43b22d48b970" providerId="LiveId" clId="{7B272BB5-451C-45F5-B85C-5EBD832C7413}" dt="2026-01-28T12:48:06.081" v="2967" actId="1076"/>
          <ac:spMkLst>
            <pc:docMk/>
            <pc:sldMk cId="4140691937" sldId="267"/>
            <ac:spMk id="5" creationId="{DC384F46-ADFF-991B-8C8C-2DF4E072C02A}"/>
          </ac:spMkLst>
        </pc:spChg>
        <pc:picChg chg="add mod">
          <ac:chgData name="Reddaveni Thirupathi" userId="eb9d43b22d48b970" providerId="LiveId" clId="{7B272BB5-451C-45F5-B85C-5EBD832C7413}" dt="2026-01-28T08:25:34.762" v="1800"/>
          <ac:picMkLst>
            <pc:docMk/>
            <pc:sldMk cId="4140691937" sldId="267"/>
            <ac:picMk id="6" creationId="{037FD35B-FA57-BBF7-2031-48D9D67EF5B7}"/>
          </ac:picMkLst>
        </pc:picChg>
      </pc:sldChg>
      <pc:sldChg chg="addSp delSp modSp mod">
        <pc:chgData name="Reddaveni Thirupathi" userId="eb9d43b22d48b970" providerId="LiveId" clId="{7B272BB5-451C-45F5-B85C-5EBD832C7413}" dt="2026-01-30T17:10:17.892" v="4164" actId="20577"/>
        <pc:sldMkLst>
          <pc:docMk/>
          <pc:sldMk cId="4008699791" sldId="268"/>
        </pc:sldMkLst>
        <pc:spChg chg="add mod">
          <ac:chgData name="Reddaveni Thirupathi" userId="eb9d43b22d48b970" providerId="LiveId" clId="{7B272BB5-451C-45F5-B85C-5EBD832C7413}" dt="2026-01-29T20:04:03.347" v="3121" actId="115"/>
          <ac:spMkLst>
            <pc:docMk/>
            <pc:sldMk cId="4008699791" sldId="268"/>
            <ac:spMk id="2" creationId="{BFA0ABE1-1B41-5481-B56D-3E4B4E448613}"/>
          </ac:spMkLst>
        </pc:spChg>
        <pc:spChg chg="add mod">
          <ac:chgData name="Reddaveni Thirupathi" userId="eb9d43b22d48b970" providerId="LiveId" clId="{7B272BB5-451C-45F5-B85C-5EBD832C7413}" dt="2026-01-28T12:40:08.855" v="2837" actId="20577"/>
          <ac:spMkLst>
            <pc:docMk/>
            <pc:sldMk cId="4008699791" sldId="268"/>
            <ac:spMk id="4" creationId="{9B2D5D11-31B3-DB47-A816-6DAC3CD43E87}"/>
          </ac:spMkLst>
        </pc:spChg>
        <pc:spChg chg="add mod">
          <ac:chgData name="Reddaveni Thirupathi" userId="eb9d43b22d48b970" providerId="LiveId" clId="{7B272BB5-451C-45F5-B85C-5EBD832C7413}" dt="2026-01-30T17:10:17.892" v="4164" actId="20577"/>
          <ac:spMkLst>
            <pc:docMk/>
            <pc:sldMk cId="4008699791" sldId="268"/>
            <ac:spMk id="6" creationId="{1515CD48-FCC2-F548-4F20-792537E61D00}"/>
          </ac:spMkLst>
        </pc:spChg>
        <pc:spChg chg="add mod">
          <ac:chgData name="Reddaveni Thirupathi" userId="eb9d43b22d48b970" providerId="LiveId" clId="{7B272BB5-451C-45F5-B85C-5EBD832C7413}" dt="2026-01-30T17:02:05.086" v="4089" actId="1076"/>
          <ac:spMkLst>
            <pc:docMk/>
            <pc:sldMk cId="4008699791" sldId="268"/>
            <ac:spMk id="10" creationId="{1C8CE2CE-0348-EE29-3964-3F3D079009BC}"/>
          </ac:spMkLst>
        </pc:spChg>
        <pc:spChg chg="add mod">
          <ac:chgData name="Reddaveni Thirupathi" userId="eb9d43b22d48b970" providerId="LiveId" clId="{7B272BB5-451C-45F5-B85C-5EBD832C7413}" dt="2026-01-30T17:03:32.490" v="4109" actId="5793"/>
          <ac:spMkLst>
            <pc:docMk/>
            <pc:sldMk cId="4008699791" sldId="268"/>
            <ac:spMk id="11" creationId="{E0D369CF-7925-EBBD-3B7D-DCCE7BD9B256}"/>
          </ac:spMkLst>
        </pc:spChg>
        <pc:spChg chg="add mod">
          <ac:chgData name="Reddaveni Thirupathi" userId="eb9d43b22d48b970" providerId="LiveId" clId="{7B272BB5-451C-45F5-B85C-5EBD832C7413}" dt="2026-01-30T17:05:03.902" v="4121" actId="20577"/>
          <ac:spMkLst>
            <pc:docMk/>
            <pc:sldMk cId="4008699791" sldId="268"/>
            <ac:spMk id="17" creationId="{59E18606-EA02-06F7-E420-161A72FFDADD}"/>
          </ac:spMkLst>
        </pc:spChg>
        <pc:spChg chg="add mod">
          <ac:chgData name="Reddaveni Thirupathi" userId="eb9d43b22d48b970" providerId="LiveId" clId="{7B272BB5-451C-45F5-B85C-5EBD832C7413}" dt="2026-01-30T17:05:54.104" v="4128" actId="20577"/>
          <ac:spMkLst>
            <pc:docMk/>
            <pc:sldMk cId="4008699791" sldId="268"/>
            <ac:spMk id="19" creationId="{6BE4E628-289F-5511-3931-368A91DCF938}"/>
          </ac:spMkLst>
        </pc:spChg>
        <pc:spChg chg="add mod">
          <ac:chgData name="Reddaveni Thirupathi" userId="eb9d43b22d48b970" providerId="LiveId" clId="{7B272BB5-451C-45F5-B85C-5EBD832C7413}" dt="2026-01-30T17:06:58.969" v="4136" actId="20577"/>
          <ac:spMkLst>
            <pc:docMk/>
            <pc:sldMk cId="4008699791" sldId="268"/>
            <ac:spMk id="21" creationId="{607D9A63-46CA-811F-8D29-EFA855364006}"/>
          </ac:spMkLst>
        </pc:spChg>
        <pc:spChg chg="add mod">
          <ac:chgData name="Reddaveni Thirupathi" userId="eb9d43b22d48b970" providerId="LiveId" clId="{7B272BB5-451C-45F5-B85C-5EBD832C7413}" dt="2026-01-30T17:09:49.656" v="4145" actId="20577"/>
          <ac:spMkLst>
            <pc:docMk/>
            <pc:sldMk cId="4008699791" sldId="268"/>
            <ac:spMk id="24" creationId="{420FEDBC-B5CF-848A-827E-B4714E64ED74}"/>
          </ac:spMkLst>
        </pc:spChg>
        <pc:picChg chg="add mod">
          <ac:chgData name="Reddaveni Thirupathi" userId="eb9d43b22d48b970" providerId="LiveId" clId="{7B272BB5-451C-45F5-B85C-5EBD832C7413}" dt="2026-01-30T17:00:37.443" v="4074" actId="34135"/>
          <ac:picMkLst>
            <pc:docMk/>
            <pc:sldMk cId="4008699791" sldId="268"/>
            <ac:picMk id="3" creationId="{AC10045A-4D05-C1CD-4AE7-523EE73A4F11}"/>
          </ac:picMkLst>
        </pc:picChg>
        <pc:picChg chg="add mod">
          <ac:chgData name="Reddaveni Thirupathi" userId="eb9d43b22d48b970" providerId="LiveId" clId="{7B272BB5-451C-45F5-B85C-5EBD832C7413}" dt="2026-01-28T08:26:20.061" v="1817"/>
          <ac:picMkLst>
            <pc:docMk/>
            <pc:sldMk cId="4008699791" sldId="268"/>
            <ac:picMk id="5" creationId="{8A6592C1-CABD-D732-F415-8E663B7A6BD3}"/>
          </ac:picMkLst>
        </pc:picChg>
        <pc:inkChg chg="add del">
          <ac:chgData name="Reddaveni Thirupathi" userId="eb9d43b22d48b970" providerId="LiveId" clId="{7B272BB5-451C-45F5-B85C-5EBD832C7413}" dt="2026-01-30T17:00:58.910" v="4076" actId="9405"/>
          <ac:inkMkLst>
            <pc:docMk/>
            <pc:sldMk cId="4008699791" sldId="268"/>
            <ac:inkMk id="7" creationId="{D374F702-8DF6-3447-547D-2AD8750F74A1}"/>
          </ac:inkMkLst>
        </pc:inkChg>
        <pc:inkChg chg="add">
          <ac:chgData name="Reddaveni Thirupathi" userId="eb9d43b22d48b970" providerId="LiveId" clId="{7B272BB5-451C-45F5-B85C-5EBD832C7413}" dt="2026-01-30T17:01:04.112" v="4077" actId="9405"/>
          <ac:inkMkLst>
            <pc:docMk/>
            <pc:sldMk cId="4008699791" sldId="268"/>
            <ac:inkMk id="8" creationId="{B0441F77-A233-6C65-05CB-C436E3AAFF9F}"/>
          </ac:inkMkLst>
        </pc:inkChg>
        <pc:inkChg chg="add">
          <ac:chgData name="Reddaveni Thirupathi" userId="eb9d43b22d48b970" providerId="LiveId" clId="{7B272BB5-451C-45F5-B85C-5EBD832C7413}" dt="2026-01-30T17:01:07.918" v="4078" actId="9405"/>
          <ac:inkMkLst>
            <pc:docMk/>
            <pc:sldMk cId="4008699791" sldId="268"/>
            <ac:inkMk id="9" creationId="{FBF3297F-587B-5B0F-C3CD-BE01EF1D8516}"/>
          </ac:inkMkLst>
        </pc:inkChg>
        <pc:inkChg chg="add del">
          <ac:chgData name="Reddaveni Thirupathi" userId="eb9d43b22d48b970" providerId="LiveId" clId="{7B272BB5-451C-45F5-B85C-5EBD832C7413}" dt="2026-01-30T17:03:30.247" v="4107" actId="9405"/>
          <ac:inkMkLst>
            <pc:docMk/>
            <pc:sldMk cId="4008699791" sldId="268"/>
            <ac:inkMk id="12" creationId="{EA439D72-DD66-2CC5-B9C5-235A98A27633}"/>
          </ac:inkMkLst>
        </pc:inkChg>
        <pc:inkChg chg="add del">
          <ac:chgData name="Reddaveni Thirupathi" userId="eb9d43b22d48b970" providerId="LiveId" clId="{7B272BB5-451C-45F5-B85C-5EBD832C7413}" dt="2026-01-30T17:03:29.885" v="4106" actId="9405"/>
          <ac:inkMkLst>
            <pc:docMk/>
            <pc:sldMk cId="4008699791" sldId="268"/>
            <ac:inkMk id="13" creationId="{161DF8F0-D9E1-2949-2CD5-5A7AE24F2AB3}"/>
          </ac:inkMkLst>
        </pc:inkChg>
        <pc:inkChg chg="add del">
          <ac:chgData name="Reddaveni Thirupathi" userId="eb9d43b22d48b970" providerId="LiveId" clId="{7B272BB5-451C-45F5-B85C-5EBD832C7413}" dt="2026-01-30T17:03:29.481" v="4105" actId="9405"/>
          <ac:inkMkLst>
            <pc:docMk/>
            <pc:sldMk cId="4008699791" sldId="268"/>
            <ac:inkMk id="14" creationId="{558D18E1-1C07-24CA-F507-A56AFE280836}"/>
          </ac:inkMkLst>
        </pc:inkChg>
        <pc:inkChg chg="add del">
          <ac:chgData name="Reddaveni Thirupathi" userId="eb9d43b22d48b970" providerId="LiveId" clId="{7B272BB5-451C-45F5-B85C-5EBD832C7413}" dt="2026-01-30T17:03:27.991" v="4104" actId="9405"/>
          <ac:inkMkLst>
            <pc:docMk/>
            <pc:sldMk cId="4008699791" sldId="268"/>
            <ac:inkMk id="15" creationId="{05DB4A46-4984-8D2F-6B77-4B13E29E4D35}"/>
          </ac:inkMkLst>
        </pc:inkChg>
        <pc:inkChg chg="add">
          <ac:chgData name="Reddaveni Thirupathi" userId="eb9d43b22d48b970" providerId="LiveId" clId="{7B272BB5-451C-45F5-B85C-5EBD832C7413}" dt="2026-01-30T17:03:54.909" v="4110" actId="9405"/>
          <ac:inkMkLst>
            <pc:docMk/>
            <pc:sldMk cId="4008699791" sldId="268"/>
            <ac:inkMk id="16" creationId="{E4C95B78-7914-78EC-8004-F6A5758C08CE}"/>
          </ac:inkMkLst>
        </pc:inkChg>
        <pc:inkChg chg="add">
          <ac:chgData name="Reddaveni Thirupathi" userId="eb9d43b22d48b970" providerId="LiveId" clId="{7B272BB5-451C-45F5-B85C-5EBD832C7413}" dt="2026-01-30T17:05:20.927" v="4122" actId="9405"/>
          <ac:inkMkLst>
            <pc:docMk/>
            <pc:sldMk cId="4008699791" sldId="268"/>
            <ac:inkMk id="18" creationId="{71720123-5092-D77A-71F1-D0782DA08DFF}"/>
          </ac:inkMkLst>
        </pc:inkChg>
        <pc:inkChg chg="add">
          <ac:chgData name="Reddaveni Thirupathi" userId="eb9d43b22d48b970" providerId="LiveId" clId="{7B272BB5-451C-45F5-B85C-5EBD832C7413}" dt="2026-01-30T17:06:17.554" v="4129" actId="9405"/>
          <ac:inkMkLst>
            <pc:docMk/>
            <pc:sldMk cId="4008699791" sldId="268"/>
            <ac:inkMk id="20" creationId="{532AD13F-64D9-2536-4BCC-CA86A9EB6B72}"/>
          </ac:inkMkLst>
        </pc:inkChg>
        <pc:inkChg chg="add del">
          <ac:chgData name="Reddaveni Thirupathi" userId="eb9d43b22d48b970" providerId="LiveId" clId="{7B272BB5-451C-45F5-B85C-5EBD832C7413}" dt="2026-01-30T17:07:37.736" v="4138" actId="9405"/>
          <ac:inkMkLst>
            <pc:docMk/>
            <pc:sldMk cId="4008699791" sldId="268"/>
            <ac:inkMk id="22" creationId="{5CC76513-3941-C9F6-E8A5-738446B70B9A}"/>
          </ac:inkMkLst>
        </pc:inkChg>
        <pc:inkChg chg="add">
          <ac:chgData name="Reddaveni Thirupathi" userId="eb9d43b22d48b970" providerId="LiveId" clId="{7B272BB5-451C-45F5-B85C-5EBD832C7413}" dt="2026-01-30T17:07:43.623" v="4139" actId="9405"/>
          <ac:inkMkLst>
            <pc:docMk/>
            <pc:sldMk cId="4008699791" sldId="268"/>
            <ac:inkMk id="23" creationId="{F8D5605F-31AA-7DA3-FAD4-0929EFB5C4E7}"/>
          </ac:inkMkLst>
        </pc:inkChg>
      </pc:sldChg>
      <pc:sldChg chg="addSp modSp mod">
        <pc:chgData name="Reddaveni Thirupathi" userId="eb9d43b22d48b970" providerId="LiveId" clId="{7B272BB5-451C-45F5-B85C-5EBD832C7413}" dt="2026-01-30T16:47:03.081" v="3973" actId="1076"/>
        <pc:sldMkLst>
          <pc:docMk/>
          <pc:sldMk cId="980283514" sldId="269"/>
        </pc:sldMkLst>
        <pc:spChg chg="add mod">
          <ac:chgData name="Reddaveni Thirupathi" userId="eb9d43b22d48b970" providerId="LiveId" clId="{7B272BB5-451C-45F5-B85C-5EBD832C7413}" dt="2026-01-30T16:47:03.081" v="3973" actId="1076"/>
          <ac:spMkLst>
            <pc:docMk/>
            <pc:sldMk cId="980283514" sldId="269"/>
            <ac:spMk id="2" creationId="{ED2F1911-1DF1-ED40-DDB5-4ED1999C6572}"/>
          </ac:spMkLst>
        </pc:spChg>
        <pc:spChg chg="add mod">
          <ac:chgData name="Reddaveni Thirupathi" userId="eb9d43b22d48b970" providerId="LiveId" clId="{7B272BB5-451C-45F5-B85C-5EBD832C7413}" dt="2026-01-30T16:46:49.037" v="3970" actId="1076"/>
          <ac:spMkLst>
            <pc:docMk/>
            <pc:sldMk cId="980283514" sldId="269"/>
            <ac:spMk id="4" creationId="{657225D1-C52A-CF86-68BC-29AF88D54B5E}"/>
          </ac:spMkLst>
        </pc:spChg>
        <pc:spChg chg="add mod">
          <ac:chgData name="Reddaveni Thirupathi" userId="eb9d43b22d48b970" providerId="LiveId" clId="{7B272BB5-451C-45F5-B85C-5EBD832C7413}" dt="2026-01-30T16:46:59.268" v="3972" actId="1076"/>
          <ac:spMkLst>
            <pc:docMk/>
            <pc:sldMk cId="980283514" sldId="269"/>
            <ac:spMk id="6" creationId="{A63BB097-AF90-0392-286C-B3CAF8E5BFEB}"/>
          </ac:spMkLst>
        </pc:spChg>
        <pc:picChg chg="add mod">
          <ac:chgData name="Reddaveni Thirupathi" userId="eb9d43b22d48b970" providerId="LiveId" clId="{7B272BB5-451C-45F5-B85C-5EBD832C7413}" dt="2026-01-30T16:46:54.168" v="3971" actId="1076"/>
          <ac:picMkLst>
            <pc:docMk/>
            <pc:sldMk cId="980283514" sldId="269"/>
            <ac:picMk id="3" creationId="{B67A5575-C36A-3844-DFA9-DF0B19CE5195}"/>
          </ac:picMkLst>
        </pc:picChg>
        <pc:picChg chg="add mod">
          <ac:chgData name="Reddaveni Thirupathi" userId="eb9d43b22d48b970" providerId="LiveId" clId="{7B272BB5-451C-45F5-B85C-5EBD832C7413}" dt="2026-01-28T08:25:57.695" v="1812"/>
          <ac:picMkLst>
            <pc:docMk/>
            <pc:sldMk cId="980283514" sldId="269"/>
            <ac:picMk id="5" creationId="{65564005-3BD8-A092-4DF7-F751370E8C84}"/>
          </ac:picMkLst>
        </pc:picChg>
      </pc:sldChg>
      <pc:sldChg chg="addSp modSp mod ord">
        <pc:chgData name="Reddaveni Thirupathi" userId="eb9d43b22d48b970" providerId="LiveId" clId="{7B272BB5-451C-45F5-B85C-5EBD832C7413}" dt="2026-01-30T16:55:06.649" v="4045" actId="113"/>
        <pc:sldMkLst>
          <pc:docMk/>
          <pc:sldMk cId="272713534" sldId="270"/>
        </pc:sldMkLst>
        <pc:spChg chg="add mod">
          <ac:chgData name="Reddaveni Thirupathi" userId="eb9d43b22d48b970" providerId="LiveId" clId="{7B272BB5-451C-45F5-B85C-5EBD832C7413}" dt="2026-01-30T16:55:06.649" v="4045" actId="113"/>
          <ac:spMkLst>
            <pc:docMk/>
            <pc:sldMk cId="272713534" sldId="270"/>
            <ac:spMk id="2" creationId="{240D64A3-9399-2956-C806-DED9E7782401}"/>
          </ac:spMkLst>
        </pc:spChg>
        <pc:spChg chg="add mod">
          <ac:chgData name="Reddaveni Thirupathi" userId="eb9d43b22d48b970" providerId="LiveId" clId="{7B272BB5-451C-45F5-B85C-5EBD832C7413}" dt="2026-01-29T20:15:48.435" v="3234" actId="255"/>
          <ac:spMkLst>
            <pc:docMk/>
            <pc:sldMk cId="272713534" sldId="270"/>
            <ac:spMk id="4" creationId="{6AE1778C-8E5E-0F06-81BA-0A90BBF1361C}"/>
          </ac:spMkLst>
        </pc:spChg>
        <pc:spChg chg="add mod">
          <ac:chgData name="Reddaveni Thirupathi" userId="eb9d43b22d48b970" providerId="LiveId" clId="{7B272BB5-451C-45F5-B85C-5EBD832C7413}" dt="2026-01-30T16:53:34.434" v="4039" actId="207"/>
          <ac:spMkLst>
            <pc:docMk/>
            <pc:sldMk cId="272713534" sldId="270"/>
            <ac:spMk id="5" creationId="{8B82CEA6-91C9-9DE2-4460-362A09564F1A}"/>
          </ac:spMkLst>
        </pc:spChg>
        <pc:spChg chg="add mod">
          <ac:chgData name="Reddaveni Thirupathi" userId="eb9d43b22d48b970" providerId="LiveId" clId="{7B272BB5-451C-45F5-B85C-5EBD832C7413}" dt="2026-01-28T12:54:30.734" v="3036" actId="115"/>
          <ac:spMkLst>
            <pc:docMk/>
            <pc:sldMk cId="272713534" sldId="270"/>
            <ac:spMk id="7" creationId="{A9B323E9-6EF5-8DCF-7D24-9EA755C9C856}"/>
          </ac:spMkLst>
        </pc:spChg>
        <pc:picChg chg="add mod">
          <ac:chgData name="Reddaveni Thirupathi" userId="eb9d43b22d48b970" providerId="LiveId" clId="{7B272BB5-451C-45F5-B85C-5EBD832C7413}" dt="2026-01-28T12:34:31.567" v="2749" actId="14100"/>
          <ac:picMkLst>
            <pc:docMk/>
            <pc:sldMk cId="272713534" sldId="270"/>
            <ac:picMk id="3" creationId="{981FF5E9-77BA-ABBA-4849-B2C1552F9136}"/>
          </ac:picMkLst>
        </pc:picChg>
        <pc:picChg chg="add mod">
          <ac:chgData name="Reddaveni Thirupathi" userId="eb9d43b22d48b970" providerId="LiveId" clId="{7B272BB5-451C-45F5-B85C-5EBD832C7413}" dt="2026-01-28T08:26:14.494" v="1816" actId="14100"/>
          <ac:picMkLst>
            <pc:docMk/>
            <pc:sldMk cId="272713534" sldId="270"/>
            <ac:picMk id="6" creationId="{0285F848-C6E0-1CBF-164C-121F0C60DF13}"/>
          </ac:picMkLst>
        </pc:picChg>
      </pc:sldChg>
      <pc:sldChg chg="addSp modSp mod">
        <pc:chgData name="Reddaveni Thirupathi" userId="eb9d43b22d48b970" providerId="LiveId" clId="{7B272BB5-451C-45F5-B85C-5EBD832C7413}" dt="2026-01-30T16:45:29.498" v="3969" actId="20577"/>
        <pc:sldMkLst>
          <pc:docMk/>
          <pc:sldMk cId="185387353" sldId="271"/>
        </pc:sldMkLst>
        <pc:spChg chg="add mod">
          <ac:chgData name="Reddaveni Thirupathi" userId="eb9d43b22d48b970" providerId="LiveId" clId="{7B272BB5-451C-45F5-B85C-5EBD832C7413}" dt="2026-01-30T16:36:16.143" v="3882" actId="1076"/>
          <ac:spMkLst>
            <pc:docMk/>
            <pc:sldMk cId="185387353" sldId="271"/>
            <ac:spMk id="2" creationId="{3B7CBD32-42BA-F5B1-805B-84306B8B6126}"/>
          </ac:spMkLst>
        </pc:spChg>
        <pc:spChg chg="add mod">
          <ac:chgData name="Reddaveni Thirupathi" userId="eb9d43b22d48b970" providerId="LiveId" clId="{7B272BB5-451C-45F5-B85C-5EBD832C7413}" dt="2026-01-30T16:37:33.765" v="3904" actId="115"/>
          <ac:spMkLst>
            <pc:docMk/>
            <pc:sldMk cId="185387353" sldId="271"/>
            <ac:spMk id="6" creationId="{C56A2A95-ED1C-C09F-B776-33637274CC45}"/>
          </ac:spMkLst>
        </pc:spChg>
        <pc:spChg chg="add mod">
          <ac:chgData name="Reddaveni Thirupathi" userId="eb9d43b22d48b970" providerId="LiveId" clId="{7B272BB5-451C-45F5-B85C-5EBD832C7413}" dt="2026-01-30T16:45:29.498" v="3969" actId="20577"/>
          <ac:spMkLst>
            <pc:docMk/>
            <pc:sldMk cId="185387353" sldId="271"/>
            <ac:spMk id="7" creationId="{34EDC35B-06E3-66C6-1909-AF11CCE23F6D}"/>
          </ac:spMkLst>
        </pc:spChg>
        <pc:spChg chg="add mod">
          <ac:chgData name="Reddaveni Thirupathi" userId="eb9d43b22d48b970" providerId="LiveId" clId="{7B272BB5-451C-45F5-B85C-5EBD832C7413}" dt="2026-01-30T16:36:31.989" v="3884" actId="1076"/>
          <ac:spMkLst>
            <pc:docMk/>
            <pc:sldMk cId="185387353" sldId="271"/>
            <ac:spMk id="8" creationId="{B6DE291A-E30B-F140-B95A-1DC8A19F154F}"/>
          </ac:spMkLst>
        </pc:spChg>
        <pc:spChg chg="add mod">
          <ac:chgData name="Reddaveni Thirupathi" userId="eb9d43b22d48b970" providerId="LiveId" clId="{7B272BB5-451C-45F5-B85C-5EBD832C7413}" dt="2026-01-30T16:37:31.146" v="3903" actId="115"/>
          <ac:spMkLst>
            <pc:docMk/>
            <pc:sldMk cId="185387353" sldId="271"/>
            <ac:spMk id="10" creationId="{AF301656-7B71-92EC-30A7-737228B638A8}"/>
          </ac:spMkLst>
        </pc:spChg>
        <pc:spChg chg="add mod">
          <ac:chgData name="Reddaveni Thirupathi" userId="eb9d43b22d48b970" providerId="LiveId" clId="{7B272BB5-451C-45F5-B85C-5EBD832C7413}" dt="2026-01-30T16:42:23.894" v="3939" actId="113"/>
          <ac:spMkLst>
            <pc:docMk/>
            <pc:sldMk cId="185387353" sldId="271"/>
            <ac:spMk id="11" creationId="{CCFE760A-6258-DFFA-1771-C266373FC3E3}"/>
          </ac:spMkLst>
        </pc:spChg>
        <pc:picChg chg="add mod">
          <ac:chgData name="Reddaveni Thirupathi" userId="eb9d43b22d48b970" providerId="LiveId" clId="{7B272BB5-451C-45F5-B85C-5EBD832C7413}" dt="2026-01-30T16:36:53.590" v="3890" actId="14100"/>
          <ac:picMkLst>
            <pc:docMk/>
            <pc:sldMk cId="185387353" sldId="271"/>
            <ac:picMk id="4" creationId="{9002D9FD-5659-49AE-33B4-FD586F07AD71}"/>
          </ac:picMkLst>
        </pc:picChg>
        <pc:picChg chg="add mod">
          <ac:chgData name="Reddaveni Thirupathi" userId="eb9d43b22d48b970" providerId="LiveId" clId="{7B272BB5-451C-45F5-B85C-5EBD832C7413}" dt="2026-01-28T08:25:54.840" v="1810"/>
          <ac:picMkLst>
            <pc:docMk/>
            <pc:sldMk cId="185387353" sldId="271"/>
            <ac:picMk id="5" creationId="{6B92B62E-B7C4-8FD6-EDFD-8E0916ED97B3}"/>
          </ac:picMkLst>
        </pc:picChg>
        <pc:picChg chg="add mod">
          <ac:chgData name="Reddaveni Thirupathi" userId="eb9d43b22d48b970" providerId="LiveId" clId="{7B272BB5-451C-45F5-B85C-5EBD832C7413}" dt="2026-01-30T16:38:05.429" v="3908" actId="14100"/>
          <ac:picMkLst>
            <pc:docMk/>
            <pc:sldMk cId="185387353" sldId="271"/>
            <ac:picMk id="9" creationId="{27F1EC4F-7BC1-61DE-F752-2FE94E410B8B}"/>
          </ac:picMkLst>
        </pc:picChg>
      </pc:sldChg>
      <pc:sldChg chg="addSp modSp mod ord">
        <pc:chgData name="Reddaveni Thirupathi" userId="eb9d43b22d48b970" providerId="LiveId" clId="{7B272BB5-451C-45F5-B85C-5EBD832C7413}" dt="2026-01-28T08:25:44.575" v="1806"/>
        <pc:sldMkLst>
          <pc:docMk/>
          <pc:sldMk cId="1864617387" sldId="273"/>
        </pc:sldMkLst>
        <pc:spChg chg="add mod">
          <ac:chgData name="Reddaveni Thirupathi" userId="eb9d43b22d48b970" providerId="LiveId" clId="{7B272BB5-451C-45F5-B85C-5EBD832C7413}" dt="2026-01-28T07:37:12.887" v="1178" actId="1076"/>
          <ac:spMkLst>
            <pc:docMk/>
            <pc:sldMk cId="1864617387" sldId="273"/>
            <ac:spMk id="5" creationId="{126B1E06-BA41-6843-8A3F-53D2CAEFADDD}"/>
          </ac:spMkLst>
        </pc:spChg>
        <pc:spChg chg="add mod">
          <ac:chgData name="Reddaveni Thirupathi" userId="eb9d43b22d48b970" providerId="LiveId" clId="{7B272BB5-451C-45F5-B85C-5EBD832C7413}" dt="2026-01-28T07:38:28.639" v="1208" actId="115"/>
          <ac:spMkLst>
            <pc:docMk/>
            <pc:sldMk cId="1864617387" sldId="273"/>
            <ac:spMk id="7" creationId="{F015EF77-0AEF-2001-F456-2687424EA1E6}"/>
          </ac:spMkLst>
        </pc:spChg>
        <pc:picChg chg="add mod">
          <ac:chgData name="Reddaveni Thirupathi" userId="eb9d43b22d48b970" providerId="LiveId" clId="{7B272BB5-451C-45F5-B85C-5EBD832C7413}" dt="2026-01-28T08:25:44.575" v="1806"/>
          <ac:picMkLst>
            <pc:docMk/>
            <pc:sldMk cId="1864617387" sldId="273"/>
            <ac:picMk id="2" creationId="{C429C0E6-69A9-1000-906F-A8B129E27A8D}"/>
          </ac:picMkLst>
        </pc:picChg>
        <pc:picChg chg="add mod modCrop">
          <ac:chgData name="Reddaveni Thirupathi" userId="eb9d43b22d48b970" providerId="LiveId" clId="{7B272BB5-451C-45F5-B85C-5EBD832C7413}" dt="2026-01-28T07:37:42.663" v="1180" actId="1076"/>
          <ac:picMkLst>
            <pc:docMk/>
            <pc:sldMk cId="1864617387" sldId="273"/>
            <ac:picMk id="4" creationId="{6EC168FA-2EBB-D214-02BF-5F08332EDDF0}"/>
          </ac:picMkLst>
        </pc:picChg>
      </pc:sldChg>
      <pc:sldChg chg="addSp delSp modSp mod">
        <pc:chgData name="Reddaveni Thirupathi" userId="eb9d43b22d48b970" providerId="LiveId" clId="{7B272BB5-451C-45F5-B85C-5EBD832C7413}" dt="2026-01-29T20:05:03.751" v="3127" actId="1035"/>
        <pc:sldMkLst>
          <pc:docMk/>
          <pc:sldMk cId="1451056568" sldId="274"/>
        </pc:sldMkLst>
        <pc:spChg chg="add mod">
          <ac:chgData name="Reddaveni Thirupathi" userId="eb9d43b22d48b970" providerId="LiveId" clId="{7B272BB5-451C-45F5-B85C-5EBD832C7413}" dt="2026-01-28T12:32:08.241" v="2729" actId="1076"/>
          <ac:spMkLst>
            <pc:docMk/>
            <pc:sldMk cId="1451056568" sldId="274"/>
            <ac:spMk id="4" creationId="{D1613670-BC46-175A-4997-1B7C23389C45}"/>
          </ac:spMkLst>
        </pc:spChg>
        <pc:spChg chg="add mod">
          <ac:chgData name="Reddaveni Thirupathi" userId="eb9d43b22d48b970" providerId="LiveId" clId="{7B272BB5-451C-45F5-B85C-5EBD832C7413}" dt="2026-01-28T12:33:13.591" v="2739" actId="1076"/>
          <ac:spMkLst>
            <pc:docMk/>
            <pc:sldMk cId="1451056568" sldId="274"/>
            <ac:spMk id="7" creationId="{FD00C392-A229-4CBB-46BC-A05B8B41C2C0}"/>
          </ac:spMkLst>
        </pc:spChg>
        <pc:spChg chg="add mod">
          <ac:chgData name="Reddaveni Thirupathi" userId="eb9d43b22d48b970" providerId="LiveId" clId="{7B272BB5-451C-45F5-B85C-5EBD832C7413}" dt="2026-01-29T20:04:55.278" v="3124" actId="115"/>
          <ac:spMkLst>
            <pc:docMk/>
            <pc:sldMk cId="1451056568" sldId="274"/>
            <ac:spMk id="8" creationId="{48143EE8-ED39-4BE9-18A6-6A0010F4AD87}"/>
          </ac:spMkLst>
        </pc:spChg>
        <pc:spChg chg="add mod">
          <ac:chgData name="Reddaveni Thirupathi" userId="eb9d43b22d48b970" providerId="LiveId" clId="{7B272BB5-451C-45F5-B85C-5EBD832C7413}" dt="2026-01-28T12:33:26.557" v="2741" actId="14100"/>
          <ac:spMkLst>
            <pc:docMk/>
            <pc:sldMk cId="1451056568" sldId="274"/>
            <ac:spMk id="9" creationId="{183C7EF2-329D-B3CA-FA58-FB9ADA68D02F}"/>
          </ac:spMkLst>
        </pc:spChg>
        <pc:spChg chg="add mod">
          <ac:chgData name="Reddaveni Thirupathi" userId="eb9d43b22d48b970" providerId="LiveId" clId="{7B272BB5-451C-45F5-B85C-5EBD832C7413}" dt="2026-01-29T20:05:00.021" v="3125" actId="115"/>
          <ac:spMkLst>
            <pc:docMk/>
            <pc:sldMk cId="1451056568" sldId="274"/>
            <ac:spMk id="10" creationId="{F6266262-B2E9-D2A5-E9A3-EED52E796F13}"/>
          </ac:spMkLst>
        </pc:spChg>
        <pc:picChg chg="add mod">
          <ac:chgData name="Reddaveni Thirupathi" userId="eb9d43b22d48b970" providerId="LiveId" clId="{7B272BB5-451C-45F5-B85C-5EBD832C7413}" dt="2026-01-28T12:32:37.631" v="2736" actId="1076"/>
          <ac:picMkLst>
            <pc:docMk/>
            <pc:sldMk cId="1451056568" sldId="274"/>
            <ac:picMk id="2" creationId="{5E9EC168-3350-86D1-D39C-39CAF763E296}"/>
          </ac:picMkLst>
        </pc:picChg>
        <pc:picChg chg="add mod">
          <ac:chgData name="Reddaveni Thirupathi" userId="eb9d43b22d48b970" providerId="LiveId" clId="{7B272BB5-451C-45F5-B85C-5EBD832C7413}" dt="2026-01-29T20:05:03.751" v="3127" actId="1035"/>
          <ac:picMkLst>
            <pc:docMk/>
            <pc:sldMk cId="1451056568" sldId="274"/>
            <ac:picMk id="5" creationId="{580538C8-C5A2-59AA-C37E-F5B376438283}"/>
          </ac:picMkLst>
        </pc:picChg>
        <pc:picChg chg="add mod">
          <ac:chgData name="Reddaveni Thirupathi" userId="eb9d43b22d48b970" providerId="LiveId" clId="{7B272BB5-451C-45F5-B85C-5EBD832C7413}" dt="2026-01-28T08:25:49.827" v="1807"/>
          <ac:picMkLst>
            <pc:docMk/>
            <pc:sldMk cId="1451056568" sldId="274"/>
            <ac:picMk id="6" creationId="{4BF0E8E3-F73B-5B84-5CFC-8CCDA466AADE}"/>
          </ac:picMkLst>
        </pc:picChg>
      </pc:sldChg>
      <pc:sldChg chg="addSp modSp mod">
        <pc:chgData name="Reddaveni Thirupathi" userId="eb9d43b22d48b970" providerId="LiveId" clId="{7B272BB5-451C-45F5-B85C-5EBD832C7413}" dt="2026-01-30T16:23:29.984" v="3856" actId="1076"/>
        <pc:sldMkLst>
          <pc:docMk/>
          <pc:sldMk cId="2407694221" sldId="275"/>
        </pc:sldMkLst>
        <pc:spChg chg="add mod">
          <ac:chgData name="Reddaveni Thirupathi" userId="eb9d43b22d48b970" providerId="LiveId" clId="{7B272BB5-451C-45F5-B85C-5EBD832C7413}" dt="2026-01-30T16:23:18.758" v="3855" actId="1076"/>
          <ac:spMkLst>
            <pc:docMk/>
            <pc:sldMk cId="2407694221" sldId="275"/>
            <ac:spMk id="4" creationId="{3A529E56-45C0-0F1A-D2FA-FE5BE75A2C0B}"/>
          </ac:spMkLst>
        </pc:spChg>
        <pc:spChg chg="add mod">
          <ac:chgData name="Reddaveni Thirupathi" userId="eb9d43b22d48b970" providerId="LiveId" clId="{7B272BB5-451C-45F5-B85C-5EBD832C7413}" dt="2026-01-30T16:23:29.984" v="3856" actId="1076"/>
          <ac:spMkLst>
            <pc:docMk/>
            <pc:sldMk cId="2407694221" sldId="275"/>
            <ac:spMk id="5" creationId="{0EB9CE07-297C-CC67-CDDB-E1F7079025EF}"/>
          </ac:spMkLst>
        </pc:spChg>
        <pc:spChg chg="add">
          <ac:chgData name="Reddaveni Thirupathi" userId="eb9d43b22d48b970" providerId="LiveId" clId="{7B272BB5-451C-45F5-B85C-5EBD832C7413}" dt="2026-01-30T16:20:38.524" v="3788"/>
          <ac:spMkLst>
            <pc:docMk/>
            <pc:sldMk cId="2407694221" sldId="275"/>
            <ac:spMk id="6" creationId="{EAF50801-9685-5E61-EDA7-4F458E76D6AF}"/>
          </ac:spMkLst>
        </pc:spChg>
        <pc:spChg chg="add">
          <ac:chgData name="Reddaveni Thirupathi" userId="eb9d43b22d48b970" providerId="LiveId" clId="{7B272BB5-451C-45F5-B85C-5EBD832C7413}" dt="2026-01-30T16:21:46.957" v="3797" actId="11529"/>
          <ac:spMkLst>
            <pc:docMk/>
            <pc:sldMk cId="2407694221" sldId="275"/>
            <ac:spMk id="7" creationId="{2F4843D3-39D9-1ABA-788D-0F2DD24D5545}"/>
          </ac:spMkLst>
        </pc:spChg>
        <pc:spChg chg="add mod">
          <ac:chgData name="Reddaveni Thirupathi" userId="eb9d43b22d48b970" providerId="LiveId" clId="{7B272BB5-451C-45F5-B85C-5EBD832C7413}" dt="2026-01-30T16:22:51.492" v="3853" actId="1076"/>
          <ac:spMkLst>
            <pc:docMk/>
            <pc:sldMk cId="2407694221" sldId="275"/>
            <ac:spMk id="8" creationId="{A449C2B4-8BE4-6B8F-6388-53EC84751213}"/>
          </ac:spMkLst>
        </pc:spChg>
        <pc:picChg chg="add mod">
          <ac:chgData name="Reddaveni Thirupathi" userId="eb9d43b22d48b970" providerId="LiveId" clId="{7B272BB5-451C-45F5-B85C-5EBD832C7413}" dt="2026-01-28T08:25:43.008" v="1805"/>
          <ac:picMkLst>
            <pc:docMk/>
            <pc:sldMk cId="2407694221" sldId="275"/>
            <ac:picMk id="2" creationId="{6EE3742E-42BA-2EDA-6585-42150B808EBB}"/>
          </ac:picMkLst>
        </pc:picChg>
        <pc:picChg chg="add mod modCrop">
          <ac:chgData name="Reddaveni Thirupathi" userId="eb9d43b22d48b970" providerId="LiveId" clId="{7B272BB5-451C-45F5-B85C-5EBD832C7413}" dt="2026-01-30T16:20:14.654" v="3782" actId="14100"/>
          <ac:picMkLst>
            <pc:docMk/>
            <pc:sldMk cId="2407694221" sldId="275"/>
            <ac:picMk id="3" creationId="{FCF24EFB-2756-7BCB-C9CB-7E8106C91639}"/>
          </ac:picMkLst>
        </pc:picChg>
      </pc:sldChg>
      <pc:sldChg chg="addSp modSp mod">
        <pc:chgData name="Reddaveni Thirupathi" userId="eb9d43b22d48b970" providerId="LiveId" clId="{7B272BB5-451C-45F5-B85C-5EBD832C7413}" dt="2026-01-30T16:06:11.048" v="3634" actId="14100"/>
        <pc:sldMkLst>
          <pc:docMk/>
          <pc:sldMk cId="1658182821" sldId="276"/>
        </pc:sldMkLst>
        <pc:spChg chg="add mod">
          <ac:chgData name="Reddaveni Thirupathi" userId="eb9d43b22d48b970" providerId="LiveId" clId="{7B272BB5-451C-45F5-B85C-5EBD832C7413}" dt="2026-01-29T20:16:20.271" v="3236"/>
          <ac:spMkLst>
            <pc:docMk/>
            <pc:sldMk cId="1658182821" sldId="276"/>
            <ac:spMk id="2" creationId="{7225A994-6B8E-85E2-53D6-D27ADF3EE602}"/>
          </ac:spMkLst>
        </pc:spChg>
        <pc:spChg chg="add mod">
          <ac:chgData name="Reddaveni Thirupathi" userId="eb9d43b22d48b970" providerId="LiveId" clId="{7B272BB5-451C-45F5-B85C-5EBD832C7413}" dt="2026-01-30T16:06:11.048" v="3634" actId="14100"/>
          <ac:spMkLst>
            <pc:docMk/>
            <pc:sldMk cId="1658182821" sldId="276"/>
            <ac:spMk id="3" creationId="{3D9E1A4E-43E1-BF23-4892-5F01FC223909}"/>
          </ac:spMkLst>
        </pc:spChg>
        <pc:picChg chg="add mod">
          <ac:chgData name="Reddaveni Thirupathi" userId="eb9d43b22d48b970" providerId="LiveId" clId="{7B272BB5-451C-45F5-B85C-5EBD832C7413}" dt="2026-01-28T08:25:41.742" v="1804"/>
          <ac:picMkLst>
            <pc:docMk/>
            <pc:sldMk cId="1658182821" sldId="276"/>
            <ac:picMk id="4" creationId="{B57EFEE0-1260-C3EC-CBAA-0B229B45D27D}"/>
          </ac:picMkLst>
        </pc:picChg>
      </pc:sldChg>
      <pc:sldChg chg="addSp modSp add mod ord">
        <pc:chgData name="Reddaveni Thirupathi" userId="eb9d43b22d48b970" providerId="LiveId" clId="{7B272BB5-451C-45F5-B85C-5EBD832C7413}" dt="2026-01-31T05:18:22.041" v="4178" actId="20577"/>
        <pc:sldMkLst>
          <pc:docMk/>
          <pc:sldMk cId="1363645928" sldId="277"/>
        </pc:sldMkLst>
        <pc:spChg chg="add mod">
          <ac:chgData name="Reddaveni Thirupathi" userId="eb9d43b22d48b970" providerId="LiveId" clId="{7B272BB5-451C-45F5-B85C-5EBD832C7413}" dt="2026-01-28T11:13:46.430" v="2044" actId="207"/>
          <ac:spMkLst>
            <pc:docMk/>
            <pc:sldMk cId="1363645928" sldId="277"/>
            <ac:spMk id="2" creationId="{9AB0987F-1411-1E85-C183-95442A1F2F24}"/>
          </ac:spMkLst>
        </pc:spChg>
        <pc:spChg chg="add mod">
          <ac:chgData name="Reddaveni Thirupathi" userId="eb9d43b22d48b970" providerId="LiveId" clId="{7B272BB5-451C-45F5-B85C-5EBD832C7413}" dt="2026-01-28T11:14:20.779" v="2052" actId="1076"/>
          <ac:spMkLst>
            <pc:docMk/>
            <pc:sldMk cId="1363645928" sldId="277"/>
            <ac:spMk id="3" creationId="{EF4BCB98-538D-EF00-D8C8-4A0B2155C867}"/>
          </ac:spMkLst>
        </pc:spChg>
        <pc:spChg chg="add mod">
          <ac:chgData name="Reddaveni Thirupathi" userId="eb9d43b22d48b970" providerId="LiveId" clId="{7B272BB5-451C-45F5-B85C-5EBD832C7413}" dt="2026-01-31T05:18:22.041" v="4178" actId="20577"/>
          <ac:spMkLst>
            <pc:docMk/>
            <pc:sldMk cId="1363645928" sldId="277"/>
            <ac:spMk id="4" creationId="{9CB53301-AF99-5EB3-4401-E401D1599A56}"/>
          </ac:spMkLst>
        </pc:spChg>
        <pc:spChg chg="add mod">
          <ac:chgData name="Reddaveni Thirupathi" userId="eb9d43b22d48b970" providerId="LiveId" clId="{7B272BB5-451C-45F5-B85C-5EBD832C7413}" dt="2026-01-28T11:14:46.878" v="2056" actId="1076"/>
          <ac:spMkLst>
            <pc:docMk/>
            <pc:sldMk cId="1363645928" sldId="277"/>
            <ac:spMk id="5" creationId="{314653E3-DAF0-32F2-2256-CE43ECB43292}"/>
          </ac:spMkLst>
        </pc:spChg>
        <pc:spChg chg="add mod">
          <ac:chgData name="Reddaveni Thirupathi" userId="eb9d43b22d48b970" providerId="LiveId" clId="{7B272BB5-451C-45F5-B85C-5EBD832C7413}" dt="2026-01-28T12:42:58.205" v="2878" actId="20577"/>
          <ac:spMkLst>
            <pc:docMk/>
            <pc:sldMk cId="1363645928" sldId="277"/>
            <ac:spMk id="6" creationId="{DF4D2C4D-E3EA-6F6D-0C4D-375CFEC6D7FC}"/>
          </ac:spMkLst>
        </pc:spChg>
        <pc:spChg chg="add mod">
          <ac:chgData name="Reddaveni Thirupathi" userId="eb9d43b22d48b970" providerId="LiveId" clId="{7B272BB5-451C-45F5-B85C-5EBD832C7413}" dt="2026-01-28T11:22:27.670" v="2348" actId="113"/>
          <ac:spMkLst>
            <pc:docMk/>
            <pc:sldMk cId="1363645928" sldId="277"/>
            <ac:spMk id="7" creationId="{9F318DA2-AE20-1D59-D4B8-337C5F945837}"/>
          </ac:spMkLst>
        </pc:spChg>
        <pc:picChg chg="add mod">
          <ac:chgData name="Reddaveni Thirupathi" userId="eb9d43b22d48b970" providerId="LiveId" clId="{7B272BB5-451C-45F5-B85C-5EBD832C7413}" dt="2026-01-29T20:02:51.599" v="3118"/>
          <ac:picMkLst>
            <pc:docMk/>
            <pc:sldMk cId="1363645928" sldId="277"/>
            <ac:picMk id="8" creationId="{0F7B738D-84AA-FCFE-7B61-0C9BC2213AE6}"/>
          </ac:picMkLst>
        </pc:picChg>
      </pc:sldChg>
      <pc:sldChg chg="addSp modSp add mod">
        <pc:chgData name="Reddaveni Thirupathi" userId="eb9d43b22d48b970" providerId="LiveId" clId="{7B272BB5-451C-45F5-B85C-5EBD832C7413}" dt="2026-01-28T08:26:25.321" v="1819"/>
        <pc:sldMkLst>
          <pc:docMk/>
          <pc:sldMk cId="2786890265" sldId="278"/>
        </pc:sldMkLst>
        <pc:picChg chg="add">
          <ac:chgData name="Reddaveni Thirupathi" userId="eb9d43b22d48b970" providerId="LiveId" clId="{7B272BB5-451C-45F5-B85C-5EBD832C7413}" dt="2026-01-28T08:24:20.117" v="1796" actId="22"/>
          <ac:picMkLst>
            <pc:docMk/>
            <pc:sldMk cId="2786890265" sldId="278"/>
            <ac:picMk id="3" creationId="{32D25079-3866-300B-BAD4-D355E85F9CC2}"/>
          </ac:picMkLst>
        </pc:picChg>
      </pc:sldChg>
      <pc:sldChg chg="addSp delSp modSp new mod">
        <pc:chgData name="Reddaveni Thirupathi" userId="eb9d43b22d48b970" providerId="LiveId" clId="{7B272BB5-451C-45F5-B85C-5EBD832C7413}" dt="2026-01-29T20:15:05.471" v="3229" actId="255"/>
        <pc:sldMkLst>
          <pc:docMk/>
          <pc:sldMk cId="2149275881" sldId="279"/>
        </pc:sldMkLst>
        <pc:spChg chg="add mod">
          <ac:chgData name="Reddaveni Thirupathi" userId="eb9d43b22d48b970" providerId="LiveId" clId="{7B272BB5-451C-45F5-B85C-5EBD832C7413}" dt="2026-01-29T20:15:05.471" v="3229" actId="255"/>
          <ac:spMkLst>
            <pc:docMk/>
            <pc:sldMk cId="2149275881" sldId="279"/>
            <ac:spMk id="9" creationId="{E48CE0F1-D789-FE95-708B-61EBB024F007}"/>
          </ac:spMkLst>
        </pc:spChg>
        <pc:spChg chg="add mod">
          <ac:chgData name="Reddaveni Thirupathi" userId="eb9d43b22d48b970" providerId="LiveId" clId="{7B272BB5-451C-45F5-B85C-5EBD832C7413}" dt="2026-01-28T11:25:10.881" v="2388" actId="1076"/>
          <ac:spMkLst>
            <pc:docMk/>
            <pc:sldMk cId="2149275881" sldId="279"/>
            <ac:spMk id="10" creationId="{576AA903-A44B-82F3-9B1A-97F164251DAE}"/>
          </ac:spMkLst>
        </pc:spChg>
        <pc:spChg chg="add mod">
          <ac:chgData name="Reddaveni Thirupathi" userId="eb9d43b22d48b970" providerId="LiveId" clId="{7B272BB5-451C-45F5-B85C-5EBD832C7413}" dt="2026-01-28T11:25:06.875" v="2387" actId="1076"/>
          <ac:spMkLst>
            <pc:docMk/>
            <pc:sldMk cId="2149275881" sldId="279"/>
            <ac:spMk id="11" creationId="{0187F9ED-8889-6F1C-645C-AF8D6D82125D}"/>
          </ac:spMkLst>
        </pc:spChg>
        <pc:spChg chg="add mod">
          <ac:chgData name="Reddaveni Thirupathi" userId="eb9d43b22d48b970" providerId="LiveId" clId="{7B272BB5-451C-45F5-B85C-5EBD832C7413}" dt="2026-01-28T11:25:14.762" v="2389" actId="1076"/>
          <ac:spMkLst>
            <pc:docMk/>
            <pc:sldMk cId="2149275881" sldId="279"/>
            <ac:spMk id="12" creationId="{F274B6E6-2124-BE00-448D-B5F49B46DE4D}"/>
          </ac:spMkLst>
        </pc:spChg>
        <pc:picChg chg="add mod">
          <ac:chgData name="Reddaveni Thirupathi" userId="eb9d43b22d48b970" providerId="LiveId" clId="{7B272BB5-451C-45F5-B85C-5EBD832C7413}" dt="2026-01-29T20:02:50.033" v="3117"/>
          <ac:picMkLst>
            <pc:docMk/>
            <pc:sldMk cId="2149275881" sldId="279"/>
            <ac:picMk id="2" creationId="{9FFB2946-D1EA-978C-F46E-30A043BAF431}"/>
          </ac:picMkLst>
        </pc:picChg>
      </pc:sldChg>
      <pc:sldChg chg="addSp modSp add mod">
        <pc:chgData name="Reddaveni Thirupathi" userId="eb9d43b22d48b970" providerId="LiveId" clId="{7B272BB5-451C-45F5-B85C-5EBD832C7413}" dt="2026-01-29T20:14:57.591" v="3228" actId="255"/>
        <pc:sldMkLst>
          <pc:docMk/>
          <pc:sldMk cId="2260025909" sldId="281"/>
        </pc:sldMkLst>
        <pc:spChg chg="add mod">
          <ac:chgData name="Reddaveni Thirupathi" userId="eb9d43b22d48b970" providerId="LiveId" clId="{7B272BB5-451C-45F5-B85C-5EBD832C7413}" dt="2026-01-28T11:28:33.633" v="2447" actId="20577"/>
          <ac:spMkLst>
            <pc:docMk/>
            <pc:sldMk cId="2260025909" sldId="281"/>
            <ac:spMk id="2" creationId="{1B65F886-86CC-205B-ACFD-8DCC7E3D8253}"/>
          </ac:spMkLst>
        </pc:spChg>
        <pc:spChg chg="mod">
          <ac:chgData name="Reddaveni Thirupathi" userId="eb9d43b22d48b970" providerId="LiveId" clId="{7B272BB5-451C-45F5-B85C-5EBD832C7413}" dt="2026-01-29T20:14:57.591" v="3228" actId="255"/>
          <ac:spMkLst>
            <pc:docMk/>
            <pc:sldMk cId="2260025909" sldId="281"/>
            <ac:spMk id="9" creationId="{998DA29F-905C-F34E-5A1F-3BC77B8E39F4}"/>
          </ac:spMkLst>
        </pc:spChg>
        <pc:spChg chg="mod">
          <ac:chgData name="Reddaveni Thirupathi" userId="eb9d43b22d48b970" providerId="LiveId" clId="{7B272BB5-451C-45F5-B85C-5EBD832C7413}" dt="2026-01-28T11:28:08.125" v="2433" actId="1076"/>
          <ac:spMkLst>
            <pc:docMk/>
            <pc:sldMk cId="2260025909" sldId="281"/>
            <ac:spMk id="10" creationId="{1A359501-1657-13CE-6759-50248390EFFF}"/>
          </ac:spMkLst>
        </pc:spChg>
        <pc:spChg chg="mod">
          <ac:chgData name="Reddaveni Thirupathi" userId="eb9d43b22d48b970" providerId="LiveId" clId="{7B272BB5-451C-45F5-B85C-5EBD832C7413}" dt="2026-01-28T11:29:54.210" v="2517" actId="20577"/>
          <ac:spMkLst>
            <pc:docMk/>
            <pc:sldMk cId="2260025909" sldId="281"/>
            <ac:spMk id="11" creationId="{ECAD43A3-04B9-ECF3-CF35-66F426895D10}"/>
          </ac:spMkLst>
        </pc:spChg>
        <pc:spChg chg="mod">
          <ac:chgData name="Reddaveni Thirupathi" userId="eb9d43b22d48b970" providerId="LiveId" clId="{7B272BB5-451C-45F5-B85C-5EBD832C7413}" dt="2026-01-28T11:27:57.217" v="2432" actId="20577"/>
          <ac:spMkLst>
            <pc:docMk/>
            <pc:sldMk cId="2260025909" sldId="281"/>
            <ac:spMk id="12" creationId="{4E3F8590-611C-ACD0-A40C-6D8B554705B1}"/>
          </ac:spMkLst>
        </pc:spChg>
        <pc:picChg chg="add mod">
          <ac:chgData name="Reddaveni Thirupathi" userId="eb9d43b22d48b970" providerId="LiveId" clId="{7B272BB5-451C-45F5-B85C-5EBD832C7413}" dt="2026-01-29T20:02:47.732" v="3116"/>
          <ac:picMkLst>
            <pc:docMk/>
            <pc:sldMk cId="2260025909" sldId="281"/>
            <ac:picMk id="4" creationId="{61D88927-6E1E-F02A-5DED-27A17A39E60C}"/>
          </ac:picMkLst>
        </pc:picChg>
      </pc:sldChg>
      <pc:sldChg chg="addSp delSp modSp new mod">
        <pc:chgData name="Reddaveni Thirupathi" userId="eb9d43b22d48b970" providerId="LiveId" clId="{7B272BB5-451C-45F5-B85C-5EBD832C7413}" dt="2026-01-29T20:06:13.211" v="3131" actId="1076"/>
        <pc:sldMkLst>
          <pc:docMk/>
          <pc:sldMk cId="522012521" sldId="282"/>
        </pc:sldMkLst>
        <pc:spChg chg="add mod">
          <ac:chgData name="Reddaveni Thirupathi" userId="eb9d43b22d48b970" providerId="LiveId" clId="{7B272BB5-451C-45F5-B85C-5EBD832C7413}" dt="2026-01-29T20:06:13.211" v="3131" actId="1076"/>
          <ac:spMkLst>
            <pc:docMk/>
            <pc:sldMk cId="522012521" sldId="282"/>
            <ac:spMk id="4" creationId="{903017A9-2A80-FAB6-1EB1-C6FE31C9C9E6}"/>
          </ac:spMkLst>
        </pc:spChg>
        <pc:spChg chg="add mod">
          <ac:chgData name="Reddaveni Thirupathi" userId="eb9d43b22d48b970" providerId="LiveId" clId="{7B272BB5-451C-45F5-B85C-5EBD832C7413}" dt="2026-01-29T20:06:07.928" v="3130" actId="1076"/>
          <ac:spMkLst>
            <pc:docMk/>
            <pc:sldMk cId="522012521" sldId="282"/>
            <ac:spMk id="5" creationId="{BFFF9B26-3703-F18E-5880-5FA846095404}"/>
          </ac:spMkLst>
        </pc:spChg>
        <pc:picChg chg="add mod">
          <ac:chgData name="Reddaveni Thirupathi" userId="eb9d43b22d48b970" providerId="LiveId" clId="{7B272BB5-451C-45F5-B85C-5EBD832C7413}" dt="2026-01-29T20:02:54.089" v="3119"/>
          <ac:picMkLst>
            <pc:docMk/>
            <pc:sldMk cId="522012521" sldId="282"/>
            <ac:picMk id="6" creationId="{0A876C19-4108-8EC2-2257-F7319F3F6D96}"/>
          </ac:picMkLst>
        </pc:picChg>
      </pc:sldChg>
      <pc:sldChg chg="addSp delSp modSp new mod">
        <pc:chgData name="Reddaveni Thirupathi" userId="eb9d43b22d48b970" providerId="LiveId" clId="{7B272BB5-451C-45F5-B85C-5EBD832C7413}" dt="2026-01-30T17:12:01.837" v="4168" actId="1076"/>
        <pc:sldMkLst>
          <pc:docMk/>
          <pc:sldMk cId="985964410" sldId="283"/>
        </pc:sldMkLst>
        <pc:spChg chg="add mod">
          <ac:chgData name="Reddaveni Thirupathi" userId="eb9d43b22d48b970" providerId="LiveId" clId="{7B272BB5-451C-45F5-B85C-5EBD832C7413}" dt="2026-01-30T17:12:01.837" v="4168" actId="1076"/>
          <ac:spMkLst>
            <pc:docMk/>
            <pc:sldMk cId="985964410" sldId="283"/>
            <ac:spMk id="4" creationId="{0B4A0A5C-C616-EFD3-DB39-9DAA11774175}"/>
          </ac:spMkLst>
        </pc:spChg>
        <pc:spChg chg="add mod">
          <ac:chgData name="Reddaveni Thirupathi" userId="eb9d43b22d48b970" providerId="LiveId" clId="{7B272BB5-451C-45F5-B85C-5EBD832C7413}" dt="2026-01-30T17:11:34.237" v="4165" actId="1076"/>
          <ac:spMkLst>
            <pc:docMk/>
            <pc:sldMk cId="985964410" sldId="283"/>
            <ac:spMk id="5" creationId="{527C0849-E087-F80E-CC2F-E02BA6FC1B36}"/>
          </ac:spMkLst>
        </pc:spChg>
        <pc:picChg chg="add mod">
          <ac:chgData name="Reddaveni Thirupathi" userId="eb9d43b22d48b970" providerId="LiveId" clId="{7B272BB5-451C-45F5-B85C-5EBD832C7413}" dt="2026-01-29T20:14:41.059" v="3227"/>
          <ac:picMkLst>
            <pc:docMk/>
            <pc:sldMk cId="985964410" sldId="283"/>
            <ac:picMk id="6" creationId="{CD53C2DE-9EB6-5E0E-DB00-2106A7CD0D6A}"/>
          </ac:picMkLst>
        </pc:picChg>
      </pc:sldChg>
      <pc:sldChg chg="addSp delSp modSp new mod">
        <pc:chgData name="Reddaveni Thirupathi" userId="eb9d43b22d48b970" providerId="LiveId" clId="{7B272BB5-451C-45F5-B85C-5EBD832C7413}" dt="2026-01-30T16:06:48.252" v="3636" actId="34135"/>
        <pc:sldMkLst>
          <pc:docMk/>
          <pc:sldMk cId="3586781550" sldId="284"/>
        </pc:sldMkLst>
        <pc:spChg chg="del">
          <ac:chgData name="Reddaveni Thirupathi" userId="eb9d43b22d48b970" providerId="LiveId" clId="{7B272BB5-451C-45F5-B85C-5EBD832C7413}" dt="2026-01-30T15:57:39.538" v="3250" actId="478"/>
          <ac:spMkLst>
            <pc:docMk/>
            <pc:sldMk cId="3586781550" sldId="284"/>
            <ac:spMk id="2" creationId="{25D51272-87D0-D620-5EF2-521ECD1A756D}"/>
          </ac:spMkLst>
        </pc:spChg>
        <pc:spChg chg="del">
          <ac:chgData name="Reddaveni Thirupathi" userId="eb9d43b22d48b970" providerId="LiveId" clId="{7B272BB5-451C-45F5-B85C-5EBD832C7413}" dt="2026-01-30T15:57:41.869" v="3251" actId="478"/>
          <ac:spMkLst>
            <pc:docMk/>
            <pc:sldMk cId="3586781550" sldId="284"/>
            <ac:spMk id="3" creationId="{C107C6E5-4B5F-F466-819B-6781EF8C7CF9}"/>
          </ac:spMkLst>
        </pc:spChg>
        <pc:spChg chg="add mod">
          <ac:chgData name="Reddaveni Thirupathi" userId="eb9d43b22d48b970" providerId="LiveId" clId="{7B272BB5-451C-45F5-B85C-5EBD832C7413}" dt="2026-01-30T16:03:36.936" v="3604" actId="1076"/>
          <ac:spMkLst>
            <pc:docMk/>
            <pc:sldMk cId="3586781550" sldId="284"/>
            <ac:spMk id="4" creationId="{60084582-5400-F876-5672-68E189B2A7F4}"/>
          </ac:spMkLst>
        </pc:spChg>
        <pc:spChg chg="add del mod">
          <ac:chgData name="Reddaveni Thirupathi" userId="eb9d43b22d48b970" providerId="LiveId" clId="{7B272BB5-451C-45F5-B85C-5EBD832C7413}" dt="2026-01-30T15:58:35.953" v="3281"/>
          <ac:spMkLst>
            <pc:docMk/>
            <pc:sldMk cId="3586781550" sldId="284"/>
            <ac:spMk id="5" creationId="{1525F10C-DC7E-20A9-DFD2-A88443578EAD}"/>
          </ac:spMkLst>
        </pc:spChg>
        <pc:spChg chg="add mod">
          <ac:chgData name="Reddaveni Thirupathi" userId="eb9d43b22d48b970" providerId="LiveId" clId="{7B272BB5-451C-45F5-B85C-5EBD832C7413}" dt="2026-01-30T16:06:48.252" v="3636" actId="34135"/>
          <ac:spMkLst>
            <pc:docMk/>
            <pc:sldMk cId="3586781550" sldId="284"/>
            <ac:spMk id="6" creationId="{A52D8CA5-539B-FDFA-C4FA-12A8659FF7DD}"/>
          </ac:spMkLst>
        </pc:spChg>
        <pc:picChg chg="add mod">
          <ac:chgData name="Reddaveni Thirupathi" userId="eb9d43b22d48b970" providerId="LiveId" clId="{7B272BB5-451C-45F5-B85C-5EBD832C7413}" dt="2026-01-30T16:06:43.216" v="3635"/>
          <ac:picMkLst>
            <pc:docMk/>
            <pc:sldMk cId="3586781550" sldId="284"/>
            <ac:picMk id="7" creationId="{5AEFF45A-E613-A3F3-4F20-A61685E60817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6:50:07.4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235 2074 24575,'-33'125'0,"10"-41"0,3 1 0,-15 154 0,33-152 0,3-69 0,0-60 0,1-51 0,1 17 0,-3 0 0,-13-97 0,11 158 0,-1-1 0,0 1 0,-1 0 0,-1 0 0,0 0 0,-1 0 0,-11-19 0,16 32 0,1 1 0,-1-1 0,0 1 0,0 0 0,0 0 0,0-1 0,0 1 0,-1 0 0,1 0 0,0 0 0,0 0 0,-1 0 0,1 1 0,-4-2 0,4 2 0,0 0 0,0 0 0,0 0 0,1 0 0,-1 1 0,0-1 0,0 0 0,0 1 0,0-1 0,0 1 0,0-1 0,0 1 0,0 0 0,1-1 0,-1 1 0,0 0 0,1-1 0,-1 1 0,0 0 0,1 0 0,-1 0 0,1-1 0,-1 1 0,1 0 0,-1 0 0,1 0 0,0 0 0,-1 0 0,1 2 0,-7 17 0,1 2 0,1-1 0,1 1 0,1-1 0,0 41 0,1-32 0,6 965-822,-2-974 822,0 28 0,2 0 0,2-1 0,14 49 0,-19-93 0,1 0 0,-1 0 0,1 1 0,0-1 0,0-1 0,1 1 0,2 4 0,-4-7 0,0 0 0,0 0 0,0 0 0,0 0 0,0 0 0,0 0 0,1 0 0,-1 0 0,0-1 0,1 1 0,-1 0 0,0-1 0,1 1 0,-1-1 0,0 0 0,4 1 0,-2-2 0,1 1 0,-1-1 0,1 0 0,-1-1 0,0 1 0,1-1 0,-1 1 0,0-1 0,0 0 0,0 0 0,0 0 0,0 0 0,-1-1 0,1 1 0,-1-1 0,1 0 0,-1 0 0,3-5 0,12-17 0,-1-1 0,-1 0 0,13-34 0,24-67-241,40-151 0,9-148-241,-99 415 484,30-170 405,-29 148-314,-1 0 0,-1 0 1,-5-45-1,4 72-93,-1 1 0,0 0 0,0-1 0,-1 1 0,1 0 0,-1-1 0,0 1 0,0 0 0,-1 0 0,-5-7 0,7 11 0,0-1 0,0 1 0,-1 0 0,1 0 0,0 0 0,-1 0 0,1 0 0,-1 1 0,0-1 0,1 0 0,-1 1 0,1-1 0,-1 1 0,0-1 0,0 1 0,1 0 0,-1 0 0,0 0 0,1 0 0,-1 0 0,0 0 0,0 0 0,1 0 0,-1 1 0,0-1 0,1 1 0,-1-1 0,1 1 0,-1 0 0,0 0 0,1 0 0,0 0 0,-1 0 0,1 0 0,-3 2 0,-8 8 91,0 0 1,1 1-1,0 0 1,0 0-1,2 2 0,0-1 1,0 1-1,-13 30 1,0 7-49,2 1 0,2 1 0,2 1 1,-14 98-1,15-32-60,0 140-1,14-203 18,1 0 0,4 0 0,16 90 0,-19-142 0,0 1 0,0 0 0,1-1 0,0 1 0,0-1 0,1 0 0,-1 0 0,1 1 0,0-2 0,1 1 0,6 8 0,-10-13 0,1 1 0,0-1 0,-1 0 0,1 1 0,0-1 0,0 0 0,-1 1 0,1-1 0,0 0 0,0 0 0,-1 0 0,1 0 0,0 1 0,0-1 0,0 0 0,-1 0 0,1-1 0,0 1 0,0 0 0,0 0 0,-1 0 0,1 0 0,0-1 0,0 1 0,-1 0 0,1-1 0,0 1 0,-1 0 0,1-1 0,0 1 0,0-2 0,2-1 0,0-1 0,0 0 0,0 0 0,-1 0 0,1 0 0,-1 0 0,0 0 0,0-1 0,1-5 0,14-52 0,-2-1 0,-4 0 0,5-77 0,-5-46-270,-8-1 0,-8 0 0,-9 1-1,-52-264 1,23 274 270,43 175 8,0 1 1,-1-1-1,1 0 0,0 1 0,0-1 0,0 0 0,0 0 0,0 1 0,0-1 1,0 0-1,0 0 0,0 1 0,0-1 0,0 0 0,1 1 0,-1-1 0,0 0 1,0 0-1,1 1 0,-1-1 0,0 1 0,1-1 0,-1 0 0,1 1 0,-1-1 1,1 1-1,-1-1 0,1 1 0,-1-1 0,1 1 0,0-1 0,-1 1 0,1 0 1,-1-1-1,1 1 0,0 0 0,0 0 0,-1-1 0,1 1 0,0 0 0,-1 0 1,1 0-1,1 0 0,9-1 116,1 1 1,-1 0-1,14 3 1,187 28 185,124 37-274,1156 336-2985,-1475-398 2899,309 104-782,-269-87 743,-2 2 0,-1 2 0,73 51 0,-121-75 114,0 1-1,0 1 1,0-1 0,0 1-1,-1 0 1,0 0-1,0 0 1,-1 1-1,7 10 1,-10-15-7,-1 1 0,1 0 0,-1-1 0,1 1 0,-1 0 0,0-1 1,0 1-1,0 0 0,0 0 0,0-1 0,0 1 0,0 0 0,0-1 0,-1 1 0,1 0 0,-2 2 0,0 0 30,0 0 0,0 0 0,-1 0-1,0-1 1,1 1 0,-1-1 0,-1 0-1,-4 5 1,-6 3 121,1-1 0,-1-1 0,-1 0 0,0-1 0,0 0 0,-25 7 0,-112 28 474,-511 69-1201,408-76 511,-157 28-72,-405 56-213,779-114 332,-27 2 0,60-7 0,1-1 0,-1 0 0,1 0 0,-1 0 0,1 0 0,-1-1 0,1 0 0,-8-2 0,11 3 0,1 0 0,0-1 0,-1 1 0,1 0 0,0 0 0,-1 0 0,1-1 0,0 1 0,-1 0 0,1 0 0,0-1 0,0 1 0,-1 0 0,1-1 0,0 1 0,0 0 0,0-1 0,0 1 0,-1 0 0,1-1 0,0 1 0,0 0 0,0-1 0,0 1 0,0 0 0,0-1 0,0 1 0,0 0 0,0-1 0,0 1 0,0-1 0,0 1 0,0 0 0,0-1 0,0 0 0,2-1 0,-1 0 0,0 1 0,0-1 0,1 0 0,-1 0 0,1 1 0,-1-1 0,1 1 0,0-1 0,2-1 0,24-14 0,1 1 0,45-18 0,176-62 0,99-19-164,1204-336-1201,-1204 352 722,-14 7 425,-311 86 218,16-6 0,-40 12 0,0 0 0,0 0 0,0 0 0,0 0 0,0-1 0,0 1 0,0 0 0,0 0 0,0 0 0,0 0 0,0-1 0,0 1 0,0 0 0,0 0 0,0 0 0,0 0 0,0-1 0,0 1 0,0 0 0,0 0 0,0 0 0,0 0 0,0-1 0,0 1 0,0 0 0,0 0 0,0 0 0,-1 0 0,1 0 0,0-1 0,0 1 0,0 0 0,0 0 0,0 0 0,-1 0 0,1 0 0,0 0 0,0 0 0,0 0 0,0 0 0,-1-1 0,1 1 0,0 0 0,0 0 0,0 0 0,0 0 0,-1 0 0,1 0 0,0 0 0,0 0 0,0 0 0,-1 0 0,1 0 0,0 1 0,0-1 0,-35-6 0,-566-31 72,-19 33 62,580 4-127,-1438 37 53,1109-8-55,344-26-5,-37 1 0,59-3 0,0-1 0,0-1 0,0 1 0,0 0 0,0-1 0,1 1 0,-1-1 0,0 0 0,0 0 0,1 0 0,-1 0 0,0-1 0,1 1 0,-5-4 0,7 5 5,-1-1 0,1 0-1,0 1 1,-1-1 0,1 0-1,0 0 1,-1 1 0,1-1-1,0 0 1,0 0 0,0 0 0,0 1-1,0-1 1,0 0 0,0 0-1,0 0 1,0 1 0,0-1-1,0 0 1,1 0 0,-1 0-1,0 1 1,0-1 0,1 0-1,-1 0 1,1 1 0,-1-1-1,1 0 1,-1 1 0,1-1-1,-1 1 1,1-1 0,-1 1 0,2-2-1,13-12 254,1 0-1,0 1 1,1 0-1,1 2 0,0 0 1,28-13-1,26-10 65,1 4 0,1 2 0,2 4 1,99-19-1,-62 23 50,1 5 1,160-1 0,-201 19-373,-63-1 0,-48 1 0,-357 1 0,357-4 0,-10 3 0,48-3 0,-1 0 0,1 0 0,0 1 0,-1-1 0,1 0 0,0 0 0,-1 0 0,1 0 0,0 0 0,-1 1 0,1-1 0,0 0 0,0 0 0,-1 0 0,1 1 0,0-1 0,0 0 0,0 0 0,-1 1 0,1-1 0,0 0 0,0 1 0,0-1 0,0 0 0,0 1 0,-1-1 0,1 0 0,0 1 0,8 10 0,7 0 0,1-1 0,1 0 0,0-1 0,0-1 0,18 5 0,7 5 0,169 66 0,-104-44 0,162 86 0,-252-116 0,-1 0 0,0 2 0,20 18 0,-30-25 0,0 1 0,-1 0 0,0 0 0,0 1 0,0 0 0,-1-1 0,0 1 0,0 1 0,-1-1 0,4 12 0,-7-17 0,1-1 0,-1 1 0,0-1 0,0 1 0,1 0 0,-1-1 0,0 1 0,0 0 0,-1-1 0,1 1 0,0 0 0,0-1 0,-1 1 0,1-1 0,-1 1 0,0-1 0,1 1 0,-1-1 0,0 1 0,-2 2 0,0-1 0,0 0 0,0 0 0,0-1 0,-1 1 0,1-1 0,-1 1 0,0-1 0,-4 1 0,-22 9 0,-1-2 0,0-2 0,-62 10 0,75-15 0,-20 3 0,-247 39 0,194-34 0,-106-2 0,184-9 0,0 0 0,0-1 0,1 0 0,-1-1 0,0 0 0,-15-5 0,27 6 0,0 1 0,0-1 0,-1 1 0,1-1 0,0 0 0,0 0 0,0 1 0,-1-1 0,1 0 0,0 0 0,0 0 0,1 0 0,-1 0 0,0 0 0,0 0 0,0-1 0,1 1 0,-1 0 0,0 0 0,1-1 0,-1 1 0,1 0 0,0-1 0,-1 1 0,1 0 0,0-1 0,0 1 0,0 0 0,0-1 0,0 1 0,0-1 0,0 1 0,0 0 0,1-1 0,-1 1 0,1-3 0,2-3 0,0 0 0,1 0 0,0 1 0,0-1 0,6-7 0,2-1 0,2 0 0,0 0 0,0 2 0,1 0 0,1 0 0,30-17 0,3 2 0,61-25 0,-94 46 0,1-1 0,1 0 0,0 1 0,0 1 0,1 1 0,28-5 0,-47 10 0,-1 0 0,1 0 0,0 0 0,0 0 0,0 0 0,0 0 0,0 0 0,0 1 0,0-1 0,0 0 0,0 0 0,0 0 0,0 0 0,0 0 0,-1 0 0,1 0 0,0 0 0,0 0 0,0 1 0,0-1 0,0 0 0,0 0 0,0 0 0,0 0 0,0 0 0,0 0 0,0 0 0,0 1 0,0-1 0,0 0 0,0 0 0,0 0 0,0 0 0,0 0 0,0 0 0,0 0 0,1 0 0,-1 1 0,0-1 0,0 0 0,0 0 0,0 0 0,0 0 0,0 0 0,0 0 0,0 0 0,0 0 0,0 0 0,0 0 0,1 0 0,-1 0 0,0 1 0,-14 6 0,-64 14 0,-8 2 0,21 5 0,2 3 0,2 3 0,0 2 0,-63 51 0,78-51 0,30-23 0,-1 0 0,0 0 0,-34 17 0,43-29 0,13-9 0,19-15 0,1 1 0,1 2 0,0 0 0,2 2 0,39-21 0,46-20-322,3 5 1,218-69-1,262-25-643,-300 95 957,2 13 1,370-2 0,-650 42 6,21-1 0,0 2 0,69 10 0,-102-10-1,-1 0 1,1 1 0,0 0-1,-1 0 1,0 0-1,1 1 1,-1-1 0,0 1-1,8 7 1,-11-8 10,0 0 1,1 0-1,-1 1 0,-1-1 1,1 1-1,0 0 0,-1 0 1,1-1-1,-1 1 0,0 0 1,0 0-1,0 0 1,0 0-1,0 0 0,-1 1 1,1-1-1,-1 0 0,0 6 1,-2 7 92,0 0 0,-1-1-1,-1 1 1,0-1 0,-2 0 0,1 0 0,-2 0 0,0-1 0,-14 22 0,-1-2 156,-1-1-1,-46 48 1,-12-10-258,73-58 0,15-8 0,27-9 0,59-23 0,151-67 0,-206 78 0,125-52 0,358-147 0,-505 209 0,35-14 0,-49 19 0,0 0 0,0 0 0,1 1 0,-1-1 0,0 1 0,0-1 0,1 1 0,-1 0 0,0 0 0,0 0 0,1 0 0,-1 0 0,0 0 0,4 2 0,-5-2 0,-1 0 0,0 0 0,0 1 0,0-1 0,1 0 0,-1 1 0,0-1 0,0 0 0,0 1 0,0-1 0,0 0 0,1 1 0,-1-1 0,0 0 0,0 1 0,0-1 0,0 0 0,0 1 0,0-1 0,0 1 0,0-1 0,-1 0 0,1 1 0,0-1 0,0 0 0,0 1 0,0-1 0,0 0 0,-1 1 0,-13 19 0,-13 5 0,-2-1 0,0-2 0,-1-1 0,-61 31 0,-694 324-890,418-212 606,275-121 279,-166 55 1,206-83 164,12-3 178,1-2 0,-53 8 0,71-20-329,21 1-9,-1 1 0,1 0 0,0 0 1,-1 0-1,1-1 0,0 1 0,-1 0 0,1-1 0,0 1 0,0 0 0,-1-1 0,1 1 0,0 0 0,0-1 0,0 1 1,-1 0-1,1-1 0,0 1 0,0-1 0,0 1 0,0 0 0,0-1 0,0 1 0,0-1 0,0 1 0,0 0 0,0-1 1,1-2-2,0 0 1,0 1 0,0-1 0,0 1 0,1-1-1,-1 1 1,1 0 0,0-1 0,-1 1 0,1 0-1,5-3 1,22-21 0,2 2 0,1 1 0,1 1 0,43-20 0,154-63 0,-141 67 0,119-50 0,296-143 0,-475 215 0,23-13 0,86-34 0,-133 61 0,0 1 0,0-1 0,1 1 0,-1 0 0,9-1 0,-13 2 0,0 0 0,0 0 0,-1 0 0,1 0 0,0 0 0,-1 0 0,1 0 0,0 1 0,0-1 0,-1 0 0,1 0 0,0 1 0,-1-1 0,1 0 0,0 1 0,-1-1 0,1 0 0,0 1 0,-1-1 0,1 1 0,-1-1 0,1 1 0,-1 0 0,1-1 0,-1 1 0,0-1 0,1 1 0,-1 0 0,0-1 0,1 1 0,-1 0 0,0-1 0,0 1 0,1 0 0,-1 0 0,0-1 0,0 1 0,0 0 0,0 0 0,0-1 0,0 1 0,0 0 0,0 0 0,-1-1 0,1 1 0,0 0 0,0-1 0,-1 1 0,1 1 0,-3 5 0,0 0 0,0 0 0,0-1 0,-1 1 0,0-1 0,0 1 0,0-1 0,-1-1 0,-9 10 0,-60 49 0,35-33 0,25-18 0,1 2 0,-13 15 0,-5 7 0,29-35 0,1-1 0,-1 0 0,1 1 0,0 0 0,-1-1 0,1 1 0,0 0 0,0-1 0,0 1 0,-1 4 0,2-6 0,0 0 0,0 1 0,0-1 0,0 0 0,0 1 0,1-1 0,-1 0 0,0 0 0,0 1 0,0-1 0,0 0 0,0 1 0,1-1 0,-1 0 0,0 0 0,0 1 0,0-1 0,1 0 0,-1 0 0,0 1 0,0-1 0,1 0 0,-1 0 0,0 0 0,0 0 0,1 0 0,-1 1 0,0-1 0,1 0 0,21 2 0,11-6 0,0-2 0,-1-1 0,0-1 0,49-20 0,-34 11 0,652-259-1399,-338 126 887,176-66 22,-455 186 490,-66 27 0,-20 10 0,-40 25 0,-1-2 0,-63 32 0,63-37 0,-215 113-120,-55 26-263,-868 433-1744,906-466 1588,-641 312-2072,650-316 3466,264-126-771,1 1 0,0-1 0,0 1 0,-1-1 0,1 1 0,0 0 0,0 0 0,1 1 0,-6 4 0,8-7-72,0 0 0,1 0 1,-1 1-1,0-1 1,0 0-1,0 0 0,0 0 1,0 1-1,0-1 1,1 0-1,-1 0 0,0 0 1,0 1-1,0-1 1,0 0-1,1 0 0,-1 0 1,0 0-1,0 0 1,1 0-1,-1 1 0,0-1 1,0 0-1,1 0 0,-1 0 1,0 0-1,0 0 1,0 0-1,1 0 0,-1 0 1,0 0-1,0 0 1,1 0-1,-1 0 0,0 0 1,0 0-1,1-1 1,26-1 513,74-19 447,139-46 0,-107 26-790,830-227-53,-199 56-221,-696 193 83,440-129-382,-8-23 61,-220 61 1188,-268 105-746,13-3 296,-63 32 411,-103 55-3,-108 51-818,-89 31-807,-1816 776-4827,1905-838 5613,245-97 49,-37 9 910,46-16-700,25-16 206,385-210-178,-28 37 24,72-37-381,1825-948-4065,-1997 1030 3251,-143 71 590,83-40 885,-157 85 865,92-29-1,-141 58 503,-64 22-923,-263 92 953,7-10-1310,-76 33-1229,-843 316-1784,785-288 1196,132-48 187,-199 74 76,436-157 2700,97-43-1051,51-26-1,-12 3-285,139-68 471,628-359-654,-752 413-288,734-439-468,-563 332 258,-223 136 229,545-317 809,-551 323-451,1 1 1,0 1-1,1 2 0,0 1 0,1 1 0,35-4 0,-66 13-371,1-1 1,-1 1-1,1 0 0,-1 0 0,1 0 0,-1-1 0,1 2 0,0-1 0,-1 0 0,1 0 0,-1 0 0,1 1 1,-1-1-1,1 1 0,-1-1 0,0 1 0,1 0 0,-1-1 0,0 1 0,1 0 0,-1 0 0,0 0 1,0 0-1,2 2 0,-2 0 0,0-1 0,-1 1 0,1 0 0,-1-1 0,0 1 0,0-1 0,0 1 0,0 0-1,0-1 1,-1 1 0,1 0 0,-1-1 0,0 1 0,1-1 0,-1 1 0,0-1 0,-2 4 0,-12 23 0,-32 50 0,-572 776-1235,103-155 318,491-667 917,19-26 0,1-1 0,0 0 0,1 1 0,-1 0 0,1 0 0,1 0 0,-4 9 0,33-32 0,219-131 0,-201 121 0,1203-620-441,-258 222-376,-784 356 817,-203 67 0,37-6-41,-39 7 42,0 0 0,0 0-1,0 0 1,0 0 0,0 0-1,1 0 1,-1 0 0,0 0-1,0 0 1,0 0 0,0 0-1,0 0 1,0 0-1,1 0 1,-1 0 0,0 0-1,0 0 1,0 0 0,0 0-1,0 1 1,0-1 0,1 0-1,-1 0 1,0 0 0,0 0-1,0 0 1,0 0 0,0 0-1,0 0 1,0 1 0,0-1-1,0 0 1,0 0 0,0 0-1,1 0 1,-1 0 0,0 1-1,0-1 1,0 0 0,0 0-1,0 0 1,0 0 0,0 0-1,0 0 1,0 1-1,0-1 1,0 0 0,0 0-1,-1 0 1,1 0 0,0 0-1,0 1 1,0-1 0,0 0-1,0 0 1,0 0 0,0 0-1,0 0 1,0 0 0,0 0-1,0 1 1,-1-1 0,1 0-1,0 0 1,0 0 0,-24 19 160,-181 102 1111,77-49-854,-177 106-210,-1453 823-2149,1401-804 1172,273-151 769,69-40 0,23-14 0,42-25 0,2 2 0,87-37 0,-53 27 0,243-113-72,84-25-216,570-257 215,60-25 8,-624 289-262,-139 59 321,-252 102 102,-10 5 278,1-2 0,-1-1 0,0 0 0,20-14 0,-78 49 609,-181 88 401,72-40-987,-186 103-402,-466 240-1690,344-180 614,104-48 133,73-32 20,-80 33 121,271-145 796,65-34 13,24-11-2,0 0 0,0 0 0,0 0-1,0 0 1,0 0 0,0 0 0,0 0 0,0-1 0,0 1 0,0 0 0,0 0 0,0 0 0,0 0 0,0 0-1,0 0 1,0 0 0,0 0 0,0 0 0,-1 0 0,1 0 0,0 0 0,0 0 0,0 0 0,0-1 0,0 1-1,0 0 1,0 0 0,0 0 0,0 0 0,0 0 0,0 0 0,0 0 0,0 0 0,0 0 0,-1 0 0,1 0-1,0 0 1,0 0 0,0 0 0,0 0 0,36-28 166,51-29 616,3 3 1,148-64 0,-131 67-459,321-157-23,428-203-184,317-96-281,-1054 459-207,569-204-352,-664 246 769,-24 6-42,0 0-1,0 0 0,0 0 1,0 1-1,0-1 0,0 0 0,0 0 1,0 0-1,0 0 0,0 0 0,0 0 1,0 0-1,0 0 0,0 0 0,0 0 1,0 0-1,0 1 0,0-1 0,0 0 1,0 0-1,1 0 0,-1 0 1,0 0-1,0 0 0,0 0 0,0 0 1,0 0-1,0 0 0,0 0 0,0 0 1,0 0-1,0 0 0,0 0 0,0 0 1,1 0-1,-1 0 0,0 0 0,0 0 1,0 0-1,0 0 0,0 0 0,0 0 1,0 0-1,0 0 0,0 0 1,0 0-1,0 0 0,1 0 0,-1 0 1,-35 19 528,15-9-291,-208 107 19,-357 189-10,11 28-262,-216 202-175,745-498 187,40-29 0,13-7 0,12-6 103,0-2 0,0 0 0,0-1 1,-1-1-1,24-14 0,-1 2 242,249-119 496,414-185-2135,876-272-1074,-326 132 628,-1179 434 1675,255-92 779,-327 120-647,1 0 1,-1 1 0,1 0 0,-1 0-1,1 0 1,-1 1 0,1 0 0,5 0-1,-10 0-58,0 0-1,0 0 0,0 0 0,0 0 1,1 1-1,-1-1 0,0 0 0,0 0 1,0 0-1,0 1 0,0-1 0,0 0 0,0 0 1,1 0-1,-1 1 0,0-1 0,0 0 1,0 0-1,0 1 0,0-1 0,0 0 1,0 0-1,0 1 0,0-1 0,0 0 0,0 0 1,-1 1-1,1-1 0,0 0 0,0 0 1,0 0-1,0 1 0,0-1 0,0 0 1,0 0-1,-1 0 0,1 1 0,0-1 0,0 0 1,0 0-1,0 0 0,-1 0 0,1 1 1,0-1-1,0 0 0,0 0 0,-1 0 1,1 0-1,-29 24 527,-109 52 363,-104 40-555,-103 29-813,-86 27 169,-1066 479-2400,-148 223 1180,1387-720 723,-52 34 430,241-147 1160,57-38-355,18-13 0,35-30 136,2 2 0,71-48-1,-72 55-351,208-147 640,90-43-532,1231-623-2420,64 126-1531,-1406 626 3500,100-45 3544,-337 140-2981,-38 14-97,4-1-4,-188 65 643,-124 34-317,-107 34-1113,121-38 297,-1344 468-2802,1300-424 1969,81-19 0,-68 61-80,288-145 2274,2 4 0,-86 77 0,112-81 1815,84-73-2120,186-143 989,-11 22-1527,166-94-831,9 16-1,10 17 1,451-166 0,-820 361 433,472-196-587,-488 202 617,63-31 82,109-35 847,-190 76-564,-46 19 4,-118 46-217,-94 36-316,93-37-337,-508 208-401,16 26 794,304-128-199,334-162 307,32-18 0,7-3 0,66-39 0,111-49 0,111-34-83,1617-630-2915,-1015 411 686,-842 325 2267,-2 0 527,56-15-1,-91 34 11,-17 2-482,0 0 0,0 1 0,0-1 0,0 0 0,0 0 0,0 0 0,0 1 0,0-1 0,0 0 0,0 0 0,0 0 0,1 1 0,-1-1 0,-1 0 0,1 0 0,0 1 0,0-1 0,0 0 0,0 0 0,0 0 0,0 1 0,0-1 0,0 0 1,0 0-1,0 0 0,0 0 0,0 1 0,-1-1 0,1 0 0,0 0 0,0 0 0,0 0 0,0 1 0,-1-1 0,1 0 0,0 0 0,0 0 0,0 0 0,0 0 0,-1 0 0,1 0 0,0 0 0,0 0 0,0 0 0,-1 0 0,1 0 0,0 1 0,0-1 0,-22 13 482,-37 16-1,-111 48 492,-664 288 657,-24-30-1629,740-295 110,-114 43-32,182-62-90,1 2 1,-67 42-1,92-50 493,-39 19-1,62-34-480,-24 14 761,25-14-766,0 0-1,0 0 1,0 0 0,0 0-1,0 0 1,0 0-1,0 0 1,1 0 0,-1 0-1,0 0 1,0 0 0,0 0-1,0 0 1,0 0-1,0 0 1,0 0 0,0 0-1,0 0 1,1 0-1,-1 0 1,0 0 0,0 0-1,0 0 1,0 0 0,0 0-1,0 0 1,0 1-1,0-1 1,0 0 0,0 0-1,0 0 1,0 0-1,0 0 1,0 0 0,0 0-1,0 0 1,1 0 0,-1 0-1,0 1 1,0-1-1,0 0 1,0 0 0,0 0-1,0 0 1,0 0-1,0 0 1,0 0 0,-1 0-1,1 1 1,0-1 0,0 0-1,0 0 1,0 0-1,0 0 1,0 0 0,0 0-1,0 0 1,0 0-1,0 0 1,0 0 0,0 0-1,0 1 1,0-1 0,27-3 286,42-14-245,123-46 1,-140 44-53,790-291-1260,0-36-1,472-317 142,-759 361 892,-529 289 560,1 0 0,50-16-1,-66 29 165,-18 7-1,-136 84 777,35-25-978,-131 84-339,-1119 658-3536,411-249 1641,438-226 962,44 50 1624,415-336 44,42-34-259,8-13-415,0 0 1,1 0 0,-1 1 0,0-1-1,0 0 1,0 0 0,0 0-1,1 1 1,-1-1 0,0 0-1,0 0 1,1 0 0,-1 1-1,0-1 1,0 0 0,1 0-1,-1 0 1,0 0 0,0 0 0,1 0-1,-1 0 1,0 0 0,0 0-1,1 0 1,-1 0 0,0 0-1,1 0 1,-1 0 0,0 0-1,0 0 1,1 0 0,-1 0 0,0 0-1,1 0 1,-1 0 0,0 0-1,1-1 1,20-4 307,0-1 0,25-10-1,135-57 406,1357-623-2068,-1331 595 1258,516-257-79,94-37-1481,-727 358 2405,-82 37 33,-24 13-441,-47 29 173,-110 64 346,-84 43-623,-1623 925-1095,1586-917 2093,216-122-427,-150 48 0,214-79-689,1-1 1,-1 0 0,1-1 0,-25 2-1,37-4-130,0 0 0,-1 0 0,1 0 0,0 0 0,-1-1 0,1 1 0,0 0 0,0 0 0,0-1 0,-1 1 0,1-1 0,0 1 0,0-1 0,0 1 0,0-1 0,0 0 0,-2 0 0,3-1 0,0 1 0,-1 0 0,1 0 0,0 0 0,0-1 0,0 1 0,0 0 0,0-1 0,0 1 0,0 0 0,0 0 0,1 0 0,-1-1 0,0 1 0,1 0 0,-1 0 0,1 0 0,-1-1 0,1 1 0,-1 0 0,1 0 0,0 0 0,1-1 0,6-11 0,1 0 0,1 0 0,0 1 0,22-21 0,61-42 0,-63 51 0,170-123-164,604-350-1843,39 54 111,388-133-553,-1034 482 1984,11-3 2112,-518 232 221,-34 29-1332,-134 72-1221,-116 60-298,-1452 866-1966,1438-757 1966,96-52 0,113-69 0,103-74 0,93-59 319,28-12 1444,202-159-97,47-25 1,6-2-249,191-113 548,113-53 0,946-541-545,-10-35-1660,-1016 608 274,310-185 1003,-396 239 1466,-169 102-426,1 2 0,67-21 1,-143 52-606,2 1 0,-31 16 0,-35 17 6,-188 69 487,-146 46-328,-129 55-1310,-96 50-328,-657 335-819,21 46-51,148-72-390,828-422 1260,107-55 0,93-48 327,108-46 668,0 1 1,0-1-1,1 0 0,-1 1 0,0-1 0,0 0 0,0 0 0,0 1 0,0-1 0,0 0 0,0 0 0,0 0 0,0 0 0,0-1 0,0 1 0,-2 0 0,3-1 9,0 0-1,0 0 1,1 1-1,-1-1 1,0 0-1,0 0 1,0 1-1,1-1 1,-1 0-1,0 1 0,1-1 1,-1 0-1,1 1 1,-1-1-1,1 1 1,-1-1-1,1 1 1,-1-1-1,1 1 1,0-1-1,0 0 1,106-87 808,120-94-625,130-97-30,116-57 603,398-208-555,32 35-1272,-324 199 926,-45 34-40,-59 41-655,-71 41-164,-80 37 80,75-40 1306,-301 153 580,-70 37-242,-26 10-472,-7 2-47,-53 34 512,-125 66 249,-138 73-102,-142 71-473,-115 56-511,-625 384-1623,52 83 526,731-454 380,102-63-147,95-65 211,154-129 1173,-83 93 1,133-128 152,19-26-560,0 0-1,0 0 1,0 0 0,-1 0 0,1 1-1,0-1 1,0 0 0,0 0 0,0 0 0,0 0-1,-1 0 1,1 1 0,0-1 0,0 0-1,0 0 1,0 0 0,0 1 0,0-1-1,0 0 1,0 0 0,0 0 0,0 1-1,0-1 1,0 0 0,0 0 0,0 0 0,0 1-1,0-1 1,0 0 0,0 0 0,0 0-1,0 1 1,0-1 0,0 0 0,0 0-1,0 0 1,0 0 0,0 1 0,0-1-1,1 0 1,-1 0 0,0 0 0,0 0-1,0 1 1,0-1 0,0 0 0,1 0 0,-1 0-1,0 0 1,0 0 0,1 1 0,6-4 116,0 0 1,-1 0 0,1-1 0,-1 0 0,1 0 0,7-6 0,148-109 856,111-80 0,99-72 0,81-44-328,390-210-1977,29 28 396,362-218-1858,-1222 708 2759,210-125 900,-182 107 720,-77 36 320,-6 3-1493,-241 82 1608,63-19-1111,-80 17-85,-460 112-1496,310-87-405,109-27 408,-748 220-1309,905-246 2327,141-49-2343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01:04.1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588 784 24575,'-587'0'0,"605"2"0,0 0 0,33 10 0,-7-2 0,52 4 0,0-4 0,156-5 0,-246-5 0,1 0 0,0 1 0,0 0 0,0 0 0,-1 0 0,1 1 0,-1 0 0,1 0 0,-1 1 0,0 0 0,0 0 0,8 5 0,-12-6 0,1 0 0,-1 0 0,0 0 0,0 0 0,0 0 0,0 0 0,-1 1 0,1-1 0,-1 1 0,1 0 0,-1-1 0,0 1 0,0 0 0,0-1 0,0 1 0,-1 0 0,1 0 0,-1 0 0,1 0 0,-1 0 0,0 0 0,0 0 0,-1 0 0,1 0 0,-1 0 0,1-1 0,-1 1 0,0 0 0,0 0 0,0 0 0,-2 3 0,-2 1 0,1 0 0,-1 0 0,0-1 0,0 1 0,-1-1 0,0-1 0,0 1 0,0-1 0,-1 0 0,1 0 0,-1-1 0,0 0 0,-1 0 0,-12 4 0,-5 2 0,0-2 0,-1 0 0,-33 5 0,12-7 0,-1-3 0,-78-3 0,427-3 0,-288 3 0,0 0 0,0 2 0,22 4 0,-32-5 0,1 0 0,-1 0 0,1 0 0,-1 1 0,0 0 0,0-1 0,0 1 0,4 3 0,-6-4 0,0 0 0,0 0 0,0 0 0,0 1 0,0-1 0,0 0 0,0 0 0,-1 0 0,1 1 0,-1-1 0,1 0 0,-1 1 0,1-1 0,-1 1 0,1-1 0,-1 1 0,0-1 0,0 0 0,0 1 0,0 2 0,-1-1 0,1-1 0,-1 1 0,0-1 0,0 1 0,0-1 0,0 1 0,-1-1 0,1 0 0,-1 1 0,1-1 0,-1 0 0,0 0 0,0 0 0,-2 2 0,-34 24 0,30-23 0,-109 59 0,155-29 0,-37-33 0,-1 1 0,1 0 0,0 0 0,-1 0 0,0 0 0,1 0 0,-1 0 0,0 0 0,-1 0 0,1-1 0,0 1 0,-1 0 0,0 0 0,0 0 0,0 0 0,0-1 0,0 1 0,0 0 0,-1-1 0,1 1 0,-1-1 0,0 1 0,1-1 0,-1 0 0,0 0 0,-1 0 0,1 0 0,0 0 0,0 0 0,-1-1 0,1 1 0,-4 1 0,6-3 0,-1 0 0,1 0 0,-1 0 0,1 0 0,-1 1 0,0-1 0,1 0 0,-1 0 0,1 0 0,-1 0 0,1 0 0,-1 0 0,0 0 0,1 0 0,-1-1 0,1 1 0,-1 0 0,1 0 0,-1 0 0,1-1 0,-1 1 0,1 0 0,-1-1 0,1 1 0,-1 0 0,1-1 0,-1 1 0,1 0 0,-1-1 0,1 1 0,0-1 0,-1 1 0,1-1 0,0 1 0,0-1 0,-1 1 0,1-1 0,0 1 0,0-1 0,0 1 0,0-1 0,-1 0 0,1 1 0,0-1 0,0 1 0,0-1 0,0 1 0,0-1 0,1 0 0,-1 1 0,0-1 0,0 1 0,0-1 0,0 1 0,1-2 0,8-38 0,5 3 0,1 0 0,2 0 0,2 2 0,35-52 0,108-122 0,-146 189 0,-16 19 0,1 1 0,-1-1 0,0 1 0,0-1 0,1 0 0,-1 1 0,1-1 0,-1 1 0,0-1 0,1 1 0,-1-1 0,1 1 0,-1-1 0,1 1 0,-1 0 0,1-1 0,-1 1 0,1 0 0,-1-1 0,1 1 0,0 0 0,-1 0 0,1-1 0,0 1 0,-1 0 0,1 0 0,-1 0 0,1 0 0,0 0 0,-1 0 0,2 0 0,-1 2 0,-1-1 0,0 0 0,1 1 0,-1-1 0,0 1 0,0-1 0,0 0 0,0 1 0,0-1 0,0 1 0,0-1 0,-1 3 0,-13 53 0,-42 97 0,23-66 0,86-202 0,122-242 0,-53 114 0,100-205 0,-210 426 0,-23 45 0,-28 52 0,-71 104 0,65-112 0,3 1 0,-34 77 0,64-112-1365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01:07.9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605 523 24575,'-23'-1'0,"-40"-8"0,15 2 0,-115-25 0,115 21 0,-92-12 0,135 23 0,-4 0 0,-1-1 0,0 0 0,1-1 0,-1 1 0,1-2 0,-10-3 0,16 5 0,1 0 0,-1-1 0,1 1 0,0-1 0,0 0 0,-1 1 0,1-1 0,0 0 0,1 0 0,-1-1 0,0 1 0,1 0 0,-1 0 0,1-1 0,-1 1 0,1-1 0,0 0 0,0 1 0,0-1 0,1 0 0,-1 1 0,1-1 0,-1 0 0,1 0 0,0 1 0,0-5 0,1-6 0,1 1 0,0-1 0,0 1 0,1 0 0,1-1 0,0 1 0,1 1 0,0-1 0,10-15 0,-1 3 0,1 2 0,1 0 0,26-28 0,-33 39-105,1 1 0,1 0 0,0 1 0,0 0 0,1 0 0,0 1 0,0 1 0,1 0 0,-1 1 0,2 0 0,-1 1 0,17-4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03:54.9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24575,'854'0'-1365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05:20.9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558 29 24575,'-313'16'0,"278"-12"0,11 0 0,1-1 0,0-2 0,-1 0 0,0-1 0,-42-7 0,45-2 171,21 9-163,-1-1-1,1 1 1,0 0 0,-1-1 0,1 1-1,0-1 1,-1 1 0,1-1 0,0 1-1,0-1 1,-1 1 0,1-1 0,0 1 0,0-1-1,0 1 1,0-1 0,0 1 0,0-1-1,-1 1 1,1-1 0,1-1 0,0 0-179,0-1 0,0 0 1,1 0-1,-1 0 0,1 1 1,0-1-1,0 0 0,0 1 1,3-3-1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06:17.5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68 218 24575,'-9'0'0,"6"0"0,-1 1 0,0-1 0,0 0 0,1-1 0,-1 1 0,0 0 0,0-1 0,1 0 0,-1 0 0,1 0 0,-1-1 0,-5-2 0,8 4 0,1-1 0,-1 1 0,1 0 0,0-1 0,-1 1 0,1-1 0,0 1 0,-1 0 0,1-1 0,0 1 0,0-1 0,-1 1 0,1-1 0,0 1 0,0-1 0,0 1 0,0-1 0,0 1 0,0-1 0,0 1 0,0-1 0,0 1 0,0-1 0,0 1 0,0-1 0,0 1 0,0-1 0,0 1 0,0-1 0,0 1 0,1-1 0,-1 1 0,0-1 0,0 1 0,1-1 0,-1 1 0,0 0 0,1-1 0,-1 1 0,0-1 0,1 1 0,-1 0 0,1-1 0,-1 1 0,0 0 0,1 0 0,-1-1 0,1 1 0,-1 0 0,1 0 0,-1 0 0,1-1 0,28-10 0,5 4 0,0 2 0,0 1 0,0 1 0,36 3 0,60-5 0,-77-3 0,1-3 0,-1-1 0,51-21 0,18 2 0,-19 5 0,-91 22 0,15-4 0,37-7 0,-58 14 0,0 0 0,0 1 0,1-1 0,-1 1 0,0 0 0,0 1 0,0 0 0,0-1 0,0 2 0,0-1 0,0 1 0,8 3 0,-13-5 0,-1 1 0,1-1 0,0 0 0,-1 1 0,1-1 0,0 1 0,-1-1 0,1 1 0,0-1 0,-1 1 0,1-1 0,-1 1 0,1-1 0,-1 1 0,1 0 0,-1-1 0,0 1 0,1 0 0,-1 0 0,0-1 0,1 1 0,-1 0 0,0 0 0,0-1 0,0 1 0,0 0 0,0 0 0,0 0 0,0-1 0,0 1 0,0 0 0,0 0 0,0 0 0,0-1 0,-1 1 0,1 0 0,0 0 0,0-1 0,-1 1 0,1 0 0,-1-1 0,1 1 0,0 0 0,-1-1 0,0 1 0,1-1 0,-1 1 0,1-1 0,-2 2 0,-3 2 0,0 0 0,0 1 0,-1-2 0,-10 7 0,-7 1-273,-1-1 0,-1-1 0,0-1 0,-49 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07:43.6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105 432 24575,'716'0'0,"-736"-2"0,1-1 0,0-1 0,0-1 0,0 0 0,1-1 0,-24-12 0,-22-6 0,53 20 0,-32-11 0,0 1 0,0 2 0,-1 2 0,-1 2 0,-50-2 0,16 12 0,56 0 0,-1-1 0,1-1 0,-1-1 0,-31-6 0,52 6 0,0 1 0,1-1 0,-1 0 0,1 0 0,-1-1 0,1 1 0,0 0 0,0-1 0,-1 1 0,1-1 0,0 0 0,0 1 0,0-1 0,1 0 0,-1-1 0,0 1 0,1 0 0,-1 0 0,1-1 0,0 1 0,0 0 0,0-1 0,0 1 0,0-1 0,1 0 0,-1 1 0,1-1 0,-1 0 0,1 1 0,0-1 0,0 0 0,0 1 0,0-1 0,1 0 0,-1 1 0,1-1 0,0 1 0,0-1 0,0 1 0,0-1 0,0 1 0,0-1 0,0 1 0,1 0 0,-1 0 0,1-1 0,0 1 0,0 1 0,0-1 0,0 0 0,0 0 0,0 1 0,4-3 0,57-26 0,-41 21 0,36-21 0,-39 17 0,1 2 0,0-1 0,1 2 0,0 1 0,1 1 0,0 1 0,38-8 0,60-5-1365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43076-7C67-FC4C-F165-037001803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670C9-93EA-1FD6-95FA-558979DC3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9F9FA-B004-4859-FC65-CA84DAF35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164D-F52D-4E68-AB36-A4BDD4D0769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61499-FBB3-89B4-7B19-C425E764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7B087-DD20-BCCD-FEFF-14B0E2D8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9BC08-479A-4BEA-BD8C-670FEF7CB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94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C1383-E9CB-01CE-175D-7753E5E1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F58D5-580F-EAF2-C47C-70B910EEB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46EF0-4972-6404-C0E8-F1FC1B47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164D-F52D-4E68-AB36-A4BDD4D0769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6175-AD6A-8950-8A95-B5DFFDFA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03772-11C9-D9F7-661D-497333E0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9BC08-479A-4BEA-BD8C-670FEF7CB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055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B1BCF-5947-2D01-A316-5F35F21DA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DA3FF-50AF-0C4E-9D16-736F7E4B8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A6AA3-D1AB-836D-6275-090994650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164D-F52D-4E68-AB36-A4BDD4D0769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4C78B-566F-273F-C96B-3FA6C039E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8397-C86B-9A40-E9C7-4E7741F6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9BC08-479A-4BEA-BD8C-670FEF7CB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4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0E2B-C33A-B463-491D-1C23865D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DDBD7-999B-26E0-CC82-8428BDEB1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EB7D7-E9A8-9A7C-2542-6CB5A9F46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5D408-7693-7A7D-C845-27091678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164D-F52D-4E68-AB36-A4BDD4D0769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4C423-871F-E574-852C-1E1C52001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50429-7326-958C-14F6-F8DB1D813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9BC08-479A-4BEA-BD8C-670FEF7CB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998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3898-54AB-FBBC-8972-D39F3F7C4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583D6-0E49-2D58-B9BC-A81BCA5DA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587AF-45B6-37EF-5C0D-342CA138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575846-901A-F6FA-C819-F9CF5C8D62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2BB004-50F7-D6D7-95AF-19CD9D4C8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00516F-4685-95EB-7812-332443A7D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164D-F52D-4E68-AB36-A4BDD4D0769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3030B-8A31-2369-066C-382DD959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B79E4E-8C64-6ABB-3BB7-846A56E5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9BC08-479A-4BEA-BD8C-670FEF7CB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0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2FBB-360D-D991-2D27-3DFCE07A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A30AC-3EF2-5CF8-3768-24D42026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164D-F52D-4E68-AB36-A4BDD4D0769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64E27-3C63-58A6-5C1C-BE0A8B825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01DDC-FF5D-3A34-2893-29D80B23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9BC08-479A-4BEA-BD8C-670FEF7CB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2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588B91-5EE3-3280-9355-1F039DDF6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164D-F52D-4E68-AB36-A4BDD4D0769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DC4C2-8962-0597-B752-078698BAB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CD25D-5A00-2EAA-0BE3-597D248CA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9BC08-479A-4BEA-BD8C-670FEF7CB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84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54F6-AF78-E00D-C19C-73A7C96D4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9A79D-1099-1D29-BD61-AA07C3BC0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D7227-7E84-C7F9-0A6B-32F37E07F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2EFD9-C0A6-1EFA-4365-69D82DAD1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164D-F52D-4E68-AB36-A4BDD4D0769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2EBC9-B92B-D5FF-C356-6862F98F3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0D0B3-9909-247D-1EB0-FA7C46900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9BC08-479A-4BEA-BD8C-670FEF7CB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28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E7C27-F19C-D158-4199-1B2FE5AF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26B817-9C0E-C8E4-8CDE-4CDC9AF2C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ABAB6-9821-FABF-819C-9B69A0FC6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EE099-A1FE-D2A9-C3BD-2A2476B0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164D-F52D-4E68-AB36-A4BDD4D0769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D11BB-7172-131C-1E26-FC05916EE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7D568-8F59-B01C-6999-C0E70E05C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9BC08-479A-4BEA-BD8C-670FEF7CB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746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1B9D-BCCB-C7C2-93DF-C90B67690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B143B-931F-4937-ADAB-0CEB3F626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9F21A-5791-BA64-D71C-7B40C70E0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164D-F52D-4E68-AB36-A4BDD4D0769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8384D-A62A-2097-B18A-36761CF6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3D2A4-246A-9CDB-2CE2-B175F5FF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9BC08-479A-4BEA-BD8C-670FEF7CB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86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BAC1B1-CDB1-B015-0A71-61A862C02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466CC-46A5-15CC-3038-0F179924B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45A1F-A0A3-3B89-830E-DA7827B4A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164D-F52D-4E68-AB36-A4BDD4D0769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40129-EBDF-F4E0-A470-A29DAEBB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CA643-F7D5-B041-42BF-0F72C706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9BC08-479A-4BEA-BD8C-670FEF7CB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61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0539E-CD99-4487-60B7-E2230E00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1D35-5DAD-880D-C37E-D88DEF46D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29A79-0BFB-9928-7326-443DBE65D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D164D-F52D-4E68-AB36-A4BDD4D0769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6D02A-3714-3E8B-AC04-3D01B13D1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4C7C7-0357-D0E7-113D-98109E8FA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9BC08-479A-4BEA-BD8C-670FEF7CB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67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amazon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12" Type="http://schemas.openxmlformats.org/officeDocument/2006/relationships/customXml" Target="../ink/ink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5" Type="http://schemas.openxmlformats.org/officeDocument/2006/relationships/image" Target="../media/image2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9.png"/><Relationship Id="rId14" Type="http://schemas.openxmlformats.org/officeDocument/2006/relationships/customXml" Target="../ink/ink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16A679-1C7F-92B6-7EFA-3ED937DED9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5422A44-E75D-68CE-7CFB-87BD85B05B73}"/>
                  </a:ext>
                </a:extLst>
              </p14:cNvPr>
              <p14:cNvContentPartPr/>
              <p14:nvPr/>
            </p14:nvContentPartPr>
            <p14:xfrm>
              <a:off x="4202257" y="3599148"/>
              <a:ext cx="4871880" cy="1455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5422A44-E75D-68CE-7CFB-87BD85B05B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9257" y="3536508"/>
                <a:ext cx="4997520" cy="15814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DFDF2A5-70DF-6C05-3229-C15904252D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74605" y="4096235"/>
            <a:ext cx="8858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Laptop Market Sales Analysis Using Web Scraping ( Amazon )</a:t>
            </a:r>
          </a:p>
        </p:txBody>
      </p:sp>
    </p:spTree>
    <p:extLst>
      <p:ext uri="{BB962C8B-B14F-4D97-AF65-F5344CB8AC3E}">
        <p14:creationId xmlns:p14="http://schemas.microsoft.com/office/powerpoint/2010/main" val="321827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432ECA-B543-B07B-C2D6-20B203A61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F831CD-86CF-D2A8-1EC4-1CA0EC6C27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9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084582-5400-F876-5672-68E189B2A7F4}"/>
              </a:ext>
            </a:extLst>
          </p:cNvPr>
          <p:cNvSpPr txBox="1"/>
          <p:nvPr/>
        </p:nvSpPr>
        <p:spPr>
          <a:xfrm>
            <a:off x="5378245" y="0"/>
            <a:ext cx="1966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2D8CA5-539B-FDFA-C4FA-12A8659FF7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2787" y="948690"/>
            <a:ext cx="1166105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Business Problem And Objective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Web Scraping Details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Summary Of The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Data Cleaning Process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Univariate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BI Variate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Multi Variate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Hypothesis Test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Challenges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Recommendations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Conclusion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EFF45A-E613-A3F3-4F20-A61685E6081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81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3CED-3F5C-9040-5D73-CCC81BDA3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CBEBD8-A0E1-BE8A-E5C3-EA2F621DC793}"/>
              </a:ext>
            </a:extLst>
          </p:cNvPr>
          <p:cNvSpPr txBox="1">
            <a:spLocks/>
          </p:cNvSpPr>
          <p:nvPr/>
        </p:nvSpPr>
        <p:spPr>
          <a:xfrm>
            <a:off x="2708787" y="123176"/>
            <a:ext cx="6774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  <a:latin typeface="+mj-lt"/>
              </a:rPr>
              <a:t>Business</a:t>
            </a:r>
            <a:r>
              <a:rPr lang="en-IN" sz="2800" b="1" u="sng" dirty="0">
                <a:solidFill>
                  <a:srgbClr val="FF0000"/>
                </a:solidFill>
              </a:rPr>
              <a:t> Problem And Domain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00967-C9E2-9736-45D0-6AFB6A82E32A}"/>
              </a:ext>
            </a:extLst>
          </p:cNvPr>
          <p:cNvSpPr txBox="1">
            <a:spLocks/>
          </p:cNvSpPr>
          <p:nvPr/>
        </p:nvSpPr>
        <p:spPr>
          <a:xfrm>
            <a:off x="0" y="1084607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“Laptop Pricing Varies Widely In The Market, And It Is Unclear Which Product Features Significantly Influence The Final Price.”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“Customers Face Difficulty Comparing Laptops Due To Wide Variations In Specifications, Brands, And Prices Across The Market.”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E97A7-C77A-C3D1-A12C-97EFF6F8D225}"/>
              </a:ext>
            </a:extLst>
          </p:cNvPr>
          <p:cNvSpPr txBox="1"/>
          <p:nvPr/>
        </p:nvSpPr>
        <p:spPr>
          <a:xfrm>
            <a:off x="3618271" y="3429000"/>
            <a:ext cx="4955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  <a:latin typeface="+mj-lt"/>
              </a:rPr>
              <a:t>Objective Of The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84F46-ADFF-991B-8C8C-2DF4E072C02A}"/>
              </a:ext>
            </a:extLst>
          </p:cNvPr>
          <p:cNvSpPr txBox="1"/>
          <p:nvPr/>
        </p:nvSpPr>
        <p:spPr>
          <a:xfrm>
            <a:off x="-98323" y="4788573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“To Analyze Laptop Specifications Such As Brand, Processor, RAM, Storage, And Ratings To Understand Their Impact On Laptop Pricing.”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“ Understand Laptop Market Trends From Scraped Amazon  Data .”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7FD35B-FA57-BBF7-2031-48D9D67EF5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91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F5BB2-9E91-AE17-EC4C-06687ED91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8E81C2-6DDC-E1E0-3CC7-3C8675A353C7}"/>
              </a:ext>
            </a:extLst>
          </p:cNvPr>
          <p:cNvSpPr txBox="1"/>
          <p:nvPr/>
        </p:nvSpPr>
        <p:spPr>
          <a:xfrm>
            <a:off x="4070554" y="176981"/>
            <a:ext cx="4050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Web Scraping Details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BFD834-6EC4-0500-1186-7B7282FA0D2D}"/>
              </a:ext>
            </a:extLst>
          </p:cNvPr>
          <p:cNvSpPr txBox="1"/>
          <p:nvPr/>
        </p:nvSpPr>
        <p:spPr>
          <a:xfrm>
            <a:off x="0" y="143551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Website</a:t>
            </a:r>
            <a:r>
              <a:rPr lang="en-IN" sz="2400" b="1" dirty="0"/>
              <a:t> : </a:t>
            </a:r>
            <a:r>
              <a:rPr lang="en-US" sz="2400" b="1" dirty="0">
                <a:hlinkClick r:id="rId2"/>
              </a:rPr>
              <a:t>Amazon.com. Spend less. Smile more.</a:t>
            </a:r>
            <a:r>
              <a:rPr lang="en-IN" sz="2400" b="1" dirty="0"/>
              <a:t>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Tools Used</a:t>
            </a:r>
            <a:r>
              <a:rPr lang="en-US" sz="2400" dirty="0"/>
              <a:t>: Selenium, Python, Locators, and Regular Expressions (Regex)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Approach</a:t>
            </a:r>
            <a:r>
              <a:rPr lang="en-IN" sz="2400" dirty="0">
                <a:solidFill>
                  <a:srgbClr val="FF0000"/>
                </a:solidFill>
              </a:rPr>
              <a:t> </a:t>
            </a:r>
            <a:r>
              <a:rPr lang="en-IN" sz="2400" dirty="0"/>
              <a:t>: Inspecting The Website &gt; Install Selenium &gt; Opens Target URL &gt; Locate Elements &gt; Extract The Data  Using Regex &gt; Clean The Data &gt; Store The Data.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Saved To Structured Data Frame For EDA Analysis.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427D6-EDB9-F64F-2499-8FC219D1167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48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D6149-EE9D-D4AB-640A-A11B9E69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4CF41C-D6E2-04B4-233F-1CE1CF526EDA}"/>
              </a:ext>
            </a:extLst>
          </p:cNvPr>
          <p:cNvSpPr txBox="1"/>
          <p:nvPr/>
        </p:nvSpPr>
        <p:spPr>
          <a:xfrm>
            <a:off x="3790335" y="186812"/>
            <a:ext cx="4611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Summary Of The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520C4B-B322-652B-4C88-AC525D1964C3}"/>
              </a:ext>
            </a:extLst>
          </p:cNvPr>
          <p:cNvSpPr txBox="1"/>
          <p:nvPr/>
        </p:nvSpPr>
        <p:spPr>
          <a:xfrm>
            <a:off x="304800" y="4930855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/>
              <a:t>447 Variants Extracted.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/>
              <a:t>8 Colums : Brand,CPU, RAM, Price, Rating, Screen_Inch, Color And Weight_kg.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8FC2B-2351-D4C7-4A83-73903BD5C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843" y="1054120"/>
            <a:ext cx="5687962" cy="38767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5C3697-76B5-F917-C164-3DE42B3FC46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65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208F7-3181-F244-680D-6065DD93E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E7CE6B-FBA9-B1AC-BB51-F0DCFDB29CB4}"/>
              </a:ext>
            </a:extLst>
          </p:cNvPr>
          <p:cNvSpPr txBox="1"/>
          <p:nvPr/>
        </p:nvSpPr>
        <p:spPr>
          <a:xfrm>
            <a:off x="4862053" y="115876"/>
            <a:ext cx="2487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Data Cleaning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D5908-8418-DED0-9FAA-8FB785EDC942}"/>
              </a:ext>
            </a:extLst>
          </p:cNvPr>
          <p:cNvSpPr txBox="1"/>
          <p:nvPr/>
        </p:nvSpPr>
        <p:spPr>
          <a:xfrm>
            <a:off x="0" y="1382286"/>
            <a:ext cx="1219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Handled Missing Values.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Merging Multiple Datasets Into One.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Manually Checked Variant Rows Missing Like Ratings, RAM And Color.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Renaming The Columns Old To New.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 Removed Unwanted Text And Units, Price And Weight_kg To Numerical Types.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This Cleaning Process Improved Dataset Completeness And Formatting, Enabling Accurate Analysis And Visualization.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DD9FC-2C65-CBED-7044-DF3A73DD47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5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C6BA7-2AF3-EE07-6082-8302BB773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25A994-6B8E-85E2-53D6-D27ADF3EE602}"/>
              </a:ext>
            </a:extLst>
          </p:cNvPr>
          <p:cNvSpPr txBox="1"/>
          <p:nvPr/>
        </p:nvSpPr>
        <p:spPr>
          <a:xfrm>
            <a:off x="3977148" y="127819"/>
            <a:ext cx="4237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Univariate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E1A4E-43E1-BF23-4892-5F01FC223909}"/>
              </a:ext>
            </a:extLst>
          </p:cNvPr>
          <p:cNvSpPr txBox="1"/>
          <p:nvPr/>
        </p:nvSpPr>
        <p:spPr>
          <a:xfrm>
            <a:off x="875071" y="1179872"/>
            <a:ext cx="73397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Applied Univariate Analysis On These Columns :</a:t>
            </a:r>
            <a:endParaRPr lang="en-IN" sz="2400" dirty="0"/>
          </a:p>
          <a:p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Price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Brand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CPU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Screen_size_Inch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EFEE0-1260-C3EC-CBAA-0B229B45D2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82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5E7B-E180-E8ED-2E61-6EE59CAA3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F24EFB-2756-7BCB-C9CB-7E8106C91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50" r="5728" b="3716"/>
          <a:stretch>
            <a:fillRect/>
          </a:stretch>
        </p:blipFill>
        <p:spPr>
          <a:xfrm>
            <a:off x="1881159" y="739878"/>
            <a:ext cx="5611022" cy="38124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529E56-45C0-0F1A-D2FA-FE5BE75A2C0B}"/>
              </a:ext>
            </a:extLst>
          </p:cNvPr>
          <p:cNvSpPr txBox="1"/>
          <p:nvPr/>
        </p:nvSpPr>
        <p:spPr>
          <a:xfrm>
            <a:off x="216310" y="4480797"/>
            <a:ext cx="11975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X-axis (Price):</a:t>
            </a:r>
            <a:r>
              <a:rPr lang="en-US" sz="2000" dirty="0"/>
              <a:t> Shows The Distribution Of Product Prices Across Different Price Ranges.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Y-axis (Density):</a:t>
            </a:r>
            <a:r>
              <a:rPr lang="en-US" sz="2000" dirty="0"/>
              <a:t> Indicates How Densely Prices Are Concentrated At Each Level, Not The Number Of Products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Peaks In The Curve:</a:t>
            </a:r>
            <a:r>
              <a:rPr lang="en-US" sz="2000" dirty="0"/>
              <a:t> Represent Price Ranges Where Products Are Most Common (Market Segments).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B9CE07-297C-CC67-CDDB-E1F7079025EF}"/>
              </a:ext>
            </a:extLst>
          </p:cNvPr>
          <p:cNvSpPr txBox="1"/>
          <p:nvPr/>
        </p:nvSpPr>
        <p:spPr>
          <a:xfrm>
            <a:off x="108154" y="70834"/>
            <a:ext cx="3932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Price Distribution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E3742E-42BA-2EDA-6585-42150B808EB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F4843D3-39D9-1ABA-788D-0F2DD24D5545}"/>
              </a:ext>
            </a:extLst>
          </p:cNvPr>
          <p:cNvSpPr/>
          <p:nvPr/>
        </p:nvSpPr>
        <p:spPr>
          <a:xfrm>
            <a:off x="7334865" y="2359742"/>
            <a:ext cx="481780" cy="4031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49C2B4-8BE4-6B8F-6388-53EC84751213}"/>
              </a:ext>
            </a:extLst>
          </p:cNvPr>
          <p:cNvSpPr txBox="1"/>
          <p:nvPr/>
        </p:nvSpPr>
        <p:spPr>
          <a:xfrm>
            <a:off x="8003458" y="2359742"/>
            <a:ext cx="3274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Right Skewed Distribution </a:t>
            </a:r>
          </a:p>
        </p:txBody>
      </p:sp>
    </p:spTree>
    <p:extLst>
      <p:ext uri="{BB962C8B-B14F-4D97-AF65-F5344CB8AC3E}">
        <p14:creationId xmlns:p14="http://schemas.microsoft.com/office/powerpoint/2010/main" val="2407694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A2B3-A692-49BD-BB98-066A20FB8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C168FA-2EBB-D214-02BF-5F08332ED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8" r="13779" b="3752"/>
          <a:stretch>
            <a:fillRect/>
          </a:stretch>
        </p:blipFill>
        <p:spPr>
          <a:xfrm>
            <a:off x="1858296" y="500635"/>
            <a:ext cx="6833420" cy="48137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6B1E06-BA41-6843-8A3F-53D2CAEFADDD}"/>
              </a:ext>
            </a:extLst>
          </p:cNvPr>
          <p:cNvSpPr txBox="1"/>
          <p:nvPr/>
        </p:nvSpPr>
        <p:spPr>
          <a:xfrm>
            <a:off x="78658" y="5226784"/>
            <a:ext cx="123984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 Median Price Lies Around The Mid-range, Indicating A Typical Product Cost Near The Center Of The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 Upper Whisker Is Much Longer Than The Lower One, Showing A Right-skewed Distribution.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 Presence Of Very High Values Indicates Premium Or Outlier Products.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5EF77-0AEF-2001-F456-2687424EA1E6}"/>
              </a:ext>
            </a:extLst>
          </p:cNvPr>
          <p:cNvSpPr txBox="1"/>
          <p:nvPr/>
        </p:nvSpPr>
        <p:spPr>
          <a:xfrm>
            <a:off x="78658" y="29497"/>
            <a:ext cx="2477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rgbClr val="FF0000"/>
                </a:solidFill>
              </a:rPr>
              <a:t>Box Plot Of Prices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29C0E6-69A9-1000-906F-A8B129E27A8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17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01540-799D-E5F1-0384-1A35E18A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613670-BC46-175A-4997-1B7C23389C45}"/>
              </a:ext>
            </a:extLst>
          </p:cNvPr>
          <p:cNvSpPr txBox="1"/>
          <p:nvPr/>
        </p:nvSpPr>
        <p:spPr>
          <a:xfrm>
            <a:off x="226142" y="264000"/>
            <a:ext cx="229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Types Of CPU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538C8-C5A2-59AA-C37E-F5B376438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47" y="744312"/>
            <a:ext cx="4412705" cy="3807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F0E8E3-F73B-5B84-5CFC-8CCDA466AAD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E9EC168-3350-86D1-D39C-39CAF763E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292" y="763976"/>
            <a:ext cx="6376708" cy="38070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00C392-A229-4CBB-46BC-A05B8B41C2C0}"/>
              </a:ext>
            </a:extLst>
          </p:cNvPr>
          <p:cNvSpPr txBox="1"/>
          <p:nvPr/>
        </p:nvSpPr>
        <p:spPr>
          <a:xfrm>
            <a:off x="5483465" y="198621"/>
            <a:ext cx="2998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Brand Variants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143EE8-ED39-4BE9-18A6-6A0010F4AD87}"/>
              </a:ext>
            </a:extLst>
          </p:cNvPr>
          <p:cNvSpPr txBox="1"/>
          <p:nvPr/>
        </p:nvSpPr>
        <p:spPr>
          <a:xfrm>
            <a:off x="226142" y="4570983"/>
            <a:ext cx="51894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Interpretation</a:t>
            </a:r>
            <a:r>
              <a:rPr lang="en-IN" sz="2400" b="1" dirty="0">
                <a:solidFill>
                  <a:srgbClr val="FF0000"/>
                </a:solidFill>
              </a:rPr>
              <a:t> :</a:t>
            </a:r>
            <a:endParaRPr lang="en-US" sz="2400" b="1" dirty="0">
              <a:solidFill>
                <a:srgbClr val="FF0000"/>
              </a:solidFill>
            </a:endParaRP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CPU Distribution: </a:t>
            </a:r>
            <a:r>
              <a:rPr lang="en-US" dirty="0"/>
              <a:t>The market is heavily concentrated around Intel i5, highlighting a clear preference for balanced performance and affordability, while high-end CPUs show limited demand.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3C7EF2-329D-B3CA-FA58-FB9ADA68D02F}"/>
              </a:ext>
            </a:extLst>
          </p:cNvPr>
          <p:cNvSpPr txBox="1"/>
          <p:nvPr/>
        </p:nvSpPr>
        <p:spPr>
          <a:xfrm>
            <a:off x="5751871" y="5219460"/>
            <a:ext cx="6440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Brand Presence:</a:t>
            </a:r>
            <a:r>
              <a:rPr lang="en-US" dirty="0"/>
              <a:t> HP dominates the brand landscape, with significantly higher model availability, indicating strong consumer trust and market leadership.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266262-B2E9-D2A5-E9A3-EED52E796F13}"/>
              </a:ext>
            </a:extLst>
          </p:cNvPr>
          <p:cNvSpPr txBox="1"/>
          <p:nvPr/>
        </p:nvSpPr>
        <p:spPr>
          <a:xfrm>
            <a:off x="5483465" y="4550416"/>
            <a:ext cx="2585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Interpretation :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56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8848-5240-A722-4DFD-AE756AC63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AA6A2-2046-C4B3-EE7A-3C05210240C6}"/>
              </a:ext>
            </a:extLst>
          </p:cNvPr>
          <p:cNvSpPr txBox="1"/>
          <p:nvPr/>
        </p:nvSpPr>
        <p:spPr>
          <a:xfrm>
            <a:off x="4011561" y="141513"/>
            <a:ext cx="416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BI  Variate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51F0EA-5837-0DE2-7824-776B1B17F309}"/>
              </a:ext>
            </a:extLst>
          </p:cNvPr>
          <p:cNvSpPr txBox="1"/>
          <p:nvPr/>
        </p:nvSpPr>
        <p:spPr>
          <a:xfrm>
            <a:off x="1101213" y="1382286"/>
            <a:ext cx="691207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accent1"/>
                </a:solidFill>
              </a:rPr>
              <a:t>Comparisons :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RAM And Price.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Screen_size_inch And Price.</a:t>
            </a:r>
          </a:p>
          <a:p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Rating And Price.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Rating And Color.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r>
              <a:rPr lang="en-IN" sz="2400" b="1" u="sng" dirty="0">
                <a:solidFill>
                  <a:schemeClr val="accent1"/>
                </a:solidFill>
              </a:rPr>
              <a:t>Correlation :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Price And Rating.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BE565-5BC3-9352-AD70-A48EA77695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52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5E88-7FED-46B2-3E48-8E7674B07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7CBD32-42BA-F5B1-805B-84306B8B6126}"/>
              </a:ext>
            </a:extLst>
          </p:cNvPr>
          <p:cNvSpPr txBox="1"/>
          <p:nvPr/>
        </p:nvSpPr>
        <p:spPr>
          <a:xfrm>
            <a:off x="229620" y="140525"/>
            <a:ext cx="244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RAM And Price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2D9FD-5659-49AE-33B4-FD586F07A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865" y="885192"/>
            <a:ext cx="4790005" cy="2543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92B62E-B7C4-8FD6-EDFD-8E0916ED97B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6A2A95-ED1C-C09F-B776-33637274CC45}"/>
              </a:ext>
            </a:extLst>
          </p:cNvPr>
          <p:cNvSpPr txBox="1"/>
          <p:nvPr/>
        </p:nvSpPr>
        <p:spPr>
          <a:xfrm>
            <a:off x="6560120" y="3582928"/>
            <a:ext cx="2851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Interpretation :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EDC35B-06E3-66C6-1909-AF11CCE23F6D}"/>
              </a:ext>
            </a:extLst>
          </p:cNvPr>
          <p:cNvSpPr txBox="1"/>
          <p:nvPr/>
        </p:nvSpPr>
        <p:spPr>
          <a:xfrm>
            <a:off x="52073" y="4296243"/>
            <a:ext cx="60439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X-axis (RAM): </a:t>
            </a:r>
            <a:r>
              <a:rPr lang="en-US" dirty="0"/>
              <a:t>Shows Different RAM Configurations (4GB, 8GB, 16GB,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Y-axis (Price): </a:t>
            </a:r>
            <a:r>
              <a:rPr lang="en-US" dirty="0"/>
              <a:t>Represents The Product Price According to Each Ram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Insight: </a:t>
            </a:r>
            <a:r>
              <a:rPr lang="en-US" dirty="0"/>
              <a:t>Higher Ram Generally Trends Toward Higher Prices, But The Wide Spread Shows Price Is Also Influenced By Other Factors (Brand, Processor, Features).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E291A-E30B-F140-B95A-1DC8A19F154F}"/>
              </a:ext>
            </a:extLst>
          </p:cNvPr>
          <p:cNvSpPr txBox="1"/>
          <p:nvPr/>
        </p:nvSpPr>
        <p:spPr>
          <a:xfrm>
            <a:off x="6820675" y="140524"/>
            <a:ext cx="2987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Rating and Price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F1EC4F-7BC1-61DE-F752-2FE94E410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570" y="602189"/>
            <a:ext cx="4813429" cy="29787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301656-7B71-92EC-30A7-737228B638A8}"/>
              </a:ext>
            </a:extLst>
          </p:cNvPr>
          <p:cNvSpPr txBox="1"/>
          <p:nvPr/>
        </p:nvSpPr>
        <p:spPr>
          <a:xfrm>
            <a:off x="121465" y="3595909"/>
            <a:ext cx="2851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Interpretation :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FE760A-6258-DFFA-1771-C266373FC3E3}"/>
              </a:ext>
            </a:extLst>
          </p:cNvPr>
          <p:cNvSpPr txBox="1"/>
          <p:nvPr/>
        </p:nvSpPr>
        <p:spPr>
          <a:xfrm>
            <a:off x="6096000" y="4302026"/>
            <a:ext cx="6096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X-axis (Rating):</a:t>
            </a:r>
            <a:r>
              <a:rPr lang="en-US" dirty="0"/>
              <a:t> Represents Customer Ratings (3, 4, And 5 Stars).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Y-axis (Price):</a:t>
            </a:r>
            <a:r>
              <a:rPr lang="en-US" dirty="0"/>
              <a:t> Shows The Average Price Of Products For Each Rating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Insight:</a:t>
            </a:r>
            <a:r>
              <a:rPr lang="en-US" dirty="0"/>
              <a:t> Products With Higher Ratings Tend To Have Higher Average Prices, Indicating A Positive Relationship Between Quality Perception And Price.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87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44EA9-1775-7B98-4639-7FF6DC283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7A5575-C36A-3844-DFA9-DF0B19CE5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96" y="750397"/>
            <a:ext cx="9059424" cy="34251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7225D1-C52A-CF86-68BC-29AF88D54B5E}"/>
              </a:ext>
            </a:extLst>
          </p:cNvPr>
          <p:cNvSpPr txBox="1"/>
          <p:nvPr/>
        </p:nvSpPr>
        <p:spPr>
          <a:xfrm>
            <a:off x="216308" y="137651"/>
            <a:ext cx="4227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Screen_Size_Inch And Price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64005-3BD8-A092-4DF7-F751370E8C8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2F1911-1DF1-ED40-DDB5-4ED1999C6572}"/>
              </a:ext>
            </a:extLst>
          </p:cNvPr>
          <p:cNvSpPr txBox="1"/>
          <p:nvPr/>
        </p:nvSpPr>
        <p:spPr>
          <a:xfrm>
            <a:off x="1278193" y="4907274"/>
            <a:ext cx="10913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Laptop Prices Generally Increase With Larger Screen Sizes, With 15–17 Inch Models Showing The Highest Average Prices.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Wide Error Bars Across Most Screen Sizes Indicate High Price Variability, Meaning Screen Size Alone Does Not Determine Pricing.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BB097-AF90-0392-286C-B3CAF8E5BFEB}"/>
              </a:ext>
            </a:extLst>
          </p:cNvPr>
          <p:cNvSpPr txBox="1"/>
          <p:nvPr/>
        </p:nvSpPr>
        <p:spPr>
          <a:xfrm>
            <a:off x="216308" y="4175563"/>
            <a:ext cx="2845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Interpretation :</a:t>
            </a:r>
          </a:p>
        </p:txBody>
      </p:sp>
    </p:spTree>
    <p:extLst>
      <p:ext uri="{BB962C8B-B14F-4D97-AF65-F5344CB8AC3E}">
        <p14:creationId xmlns:p14="http://schemas.microsoft.com/office/powerpoint/2010/main" val="980283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620D7-FA55-5B07-DEFE-321B18569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B202A9-FBA8-61E8-E7B5-A6676999A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229" y="596194"/>
            <a:ext cx="6474112" cy="37793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5DB3D3-1F1A-E99D-088B-9F477E9D3A8F}"/>
              </a:ext>
            </a:extLst>
          </p:cNvPr>
          <p:cNvSpPr txBox="1"/>
          <p:nvPr/>
        </p:nvSpPr>
        <p:spPr>
          <a:xfrm>
            <a:off x="255639" y="134529"/>
            <a:ext cx="3313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Rating And Color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77926-06F8-46D9-21D2-4234A734691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590E20-C62B-6389-CFE3-98E8149C4996}"/>
              </a:ext>
            </a:extLst>
          </p:cNvPr>
          <p:cNvSpPr txBox="1"/>
          <p:nvPr/>
        </p:nvSpPr>
        <p:spPr>
          <a:xfrm>
            <a:off x="255639" y="4539159"/>
            <a:ext cx="277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Interpretation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F154C7-0B99-CD49-6B7F-B2DBAB3147AA}"/>
              </a:ext>
            </a:extLst>
          </p:cNvPr>
          <p:cNvSpPr txBox="1"/>
          <p:nvPr/>
        </p:nvSpPr>
        <p:spPr>
          <a:xfrm>
            <a:off x="550606" y="5000824"/>
            <a:ext cx="116413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Ratings Are Similar Across All Colors, Clustered Around ~4, Indicating Color Has Minimal Impact On Customer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Minor Variations (E.G., Gray And White Slightly Higher) Are Not Significant Enough To Drive Purchasing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Of The People Avoiding Blue Color to Purchase.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5548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3F7B8-2305-53A2-44B7-11241F380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1FF5E9-77BA-ABBA-4849-B2C1552F9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5695"/>
            <a:ext cx="12192000" cy="36516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E1778C-8E5E-0F06-81BA-0A90BBF1361C}"/>
              </a:ext>
            </a:extLst>
          </p:cNvPr>
          <p:cNvSpPr txBox="1"/>
          <p:nvPr/>
        </p:nvSpPr>
        <p:spPr>
          <a:xfrm flipH="1">
            <a:off x="3971191" y="104765"/>
            <a:ext cx="4249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Multi 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82CEA6-91C9-9DE2-4460-362A09564F1A}"/>
              </a:ext>
            </a:extLst>
          </p:cNvPr>
          <p:cNvSpPr txBox="1"/>
          <p:nvPr/>
        </p:nvSpPr>
        <p:spPr>
          <a:xfrm>
            <a:off x="167148" y="566430"/>
            <a:ext cx="459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Rating, Price and Weight_Kg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5F848-C6E0-1CBF-164C-121F0C60DF1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235381" y="6419789"/>
            <a:ext cx="1956619" cy="4382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0D64A3-9399-2956-C806-DED9E7782401}"/>
              </a:ext>
            </a:extLst>
          </p:cNvPr>
          <p:cNvSpPr txBox="1"/>
          <p:nvPr/>
        </p:nvSpPr>
        <p:spPr>
          <a:xfrm>
            <a:off x="314632" y="5219460"/>
            <a:ext cx="11877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Higher-rated Laptops Tend To Be Priced Higher, But Wide Variation Across Weights Shows That Price Is Influenced By Multiple Factors, Not Rating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Weight Does Not Show A Clear Impact On Price—laptops With Similar Ratings But Different Weights Are Priced Very Differently, Indicating Other Factors Dominate Pricing.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323E9-6EF5-8DCF-7D24-9EA755C9C856}"/>
              </a:ext>
            </a:extLst>
          </p:cNvPr>
          <p:cNvSpPr txBox="1"/>
          <p:nvPr/>
        </p:nvSpPr>
        <p:spPr>
          <a:xfrm>
            <a:off x="167148" y="4781249"/>
            <a:ext cx="2477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Interpretation :</a:t>
            </a:r>
          </a:p>
        </p:txBody>
      </p:sp>
    </p:spTree>
    <p:extLst>
      <p:ext uri="{BB962C8B-B14F-4D97-AF65-F5344CB8AC3E}">
        <p14:creationId xmlns:p14="http://schemas.microsoft.com/office/powerpoint/2010/main" val="272713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548B9-9037-8A44-A1F1-DC42F3FB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D79229-581F-C587-E738-E2ACD1E75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91" y="826571"/>
            <a:ext cx="5709247" cy="32126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22B287-9DB4-16CD-CD7B-A6B28211DA75}"/>
              </a:ext>
            </a:extLst>
          </p:cNvPr>
          <p:cNvSpPr txBox="1"/>
          <p:nvPr/>
        </p:nvSpPr>
        <p:spPr>
          <a:xfrm>
            <a:off x="191728" y="311295"/>
            <a:ext cx="11808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rgbClr val="FF0000"/>
                </a:solidFill>
              </a:rPr>
              <a:t>Correalation Heat Map </a:t>
            </a:r>
            <a:r>
              <a:rPr lang="en-IN" sz="2000" b="1" dirty="0">
                <a:solidFill>
                  <a:srgbClr val="FF0000"/>
                </a:solidFill>
              </a:rPr>
              <a:t>: </a:t>
            </a:r>
            <a:r>
              <a:rPr lang="en-IN" sz="2000" dirty="0"/>
              <a:t>Price, Rating, Screen_Size and Weight_Kg.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E684F7-01F9-FA86-1187-C52AF69CF1E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50518B-D25E-D984-3522-9CCAC1C442E7}"/>
              </a:ext>
            </a:extLst>
          </p:cNvPr>
          <p:cNvSpPr txBox="1"/>
          <p:nvPr/>
        </p:nvSpPr>
        <p:spPr>
          <a:xfrm>
            <a:off x="0" y="4483510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PRICE vs other features: </a:t>
            </a:r>
            <a:r>
              <a:rPr lang="en-US" sz="2000" dirty="0"/>
              <a:t>Price shows very weak correlation with rating, screen size, and weight, indicating price depends on multiple combined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Screen Size vs Weight: </a:t>
            </a:r>
            <a:r>
              <a:rPr lang="en-US" sz="2000" dirty="0"/>
              <a:t>There is a moderate positive correlation (~0.3), meaning larger screens generally result in heavier laptops.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Overall insight: </a:t>
            </a:r>
            <a:r>
              <a:rPr lang="en-US" sz="2000" dirty="0"/>
              <a:t>No single feature strongly drives price on its own; pricing is multifactor-driven, not feature-dependent.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DC770-0785-9F9D-D697-25D73C517C17}"/>
              </a:ext>
            </a:extLst>
          </p:cNvPr>
          <p:cNvSpPr txBox="1"/>
          <p:nvPr/>
        </p:nvSpPr>
        <p:spPr>
          <a:xfrm>
            <a:off x="113070" y="3923521"/>
            <a:ext cx="2517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Interpretation :</a:t>
            </a:r>
          </a:p>
        </p:txBody>
      </p:sp>
    </p:spTree>
    <p:extLst>
      <p:ext uri="{BB962C8B-B14F-4D97-AF65-F5344CB8AC3E}">
        <p14:creationId xmlns:p14="http://schemas.microsoft.com/office/powerpoint/2010/main" val="46917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A1A5-6791-75E6-F522-B17BC9FE8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10045A-4D05-C1CD-4AE7-523EE73A4F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816" y="1160206"/>
            <a:ext cx="5059623" cy="35101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2D5D11-31B3-DB47-A816-6DAC3CD43E87}"/>
              </a:ext>
            </a:extLst>
          </p:cNvPr>
          <p:cNvSpPr txBox="1"/>
          <p:nvPr/>
        </p:nvSpPr>
        <p:spPr>
          <a:xfrm>
            <a:off x="162231" y="344129"/>
            <a:ext cx="5220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Color Distribution Across All Data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592C1-CABD-D732-F415-8E663B7A6BD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A0ABE1-1B41-5481-B56D-3E4B4E448613}"/>
              </a:ext>
            </a:extLst>
          </p:cNvPr>
          <p:cNvSpPr txBox="1"/>
          <p:nvPr/>
        </p:nvSpPr>
        <p:spPr>
          <a:xfrm>
            <a:off x="162231" y="4965290"/>
            <a:ext cx="2546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Interpretation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5CD48-FCC2-F548-4F20-792537E61D00}"/>
              </a:ext>
            </a:extLst>
          </p:cNvPr>
          <p:cNvSpPr txBox="1"/>
          <p:nvPr/>
        </p:nvSpPr>
        <p:spPr>
          <a:xfrm>
            <a:off x="1" y="5426955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Silver And Black Dominate The Market, Together Accounting For The Largest Share, Showing Strong Consumer Preference For Neutral, Premium-looking Colors.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Colors Like Gold, Blue, White, Have Much Smaller Shares, Indicating Limited Impact Of Color Variation On Purchasing Decisions.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0441F77-A233-6C65-05CB-C436E3AAFF9F}"/>
                  </a:ext>
                </a:extLst>
              </p14:cNvPr>
              <p14:cNvContentPartPr/>
              <p14:nvPr/>
            </p14:nvContentPartPr>
            <p14:xfrm>
              <a:off x="3544177" y="1949628"/>
              <a:ext cx="451080" cy="501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0441F77-A233-6C65-05CB-C436E3AAFF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81537" y="1886628"/>
                <a:ext cx="576720" cy="62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BF3297F-587B-5B0F-C3CD-BE01EF1D8516}"/>
                  </a:ext>
                </a:extLst>
              </p14:cNvPr>
              <p14:cNvContentPartPr/>
              <p14:nvPr/>
            </p14:nvContentPartPr>
            <p14:xfrm>
              <a:off x="3557497" y="2151948"/>
              <a:ext cx="217800" cy="188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BF3297F-587B-5B0F-C3CD-BE01EF1D85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94857" y="2089308"/>
                <a:ext cx="343440" cy="3139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C8CE2CE-0348-EE29-3964-3F3D079009BC}"/>
              </a:ext>
            </a:extLst>
          </p:cNvPr>
          <p:cNvSpPr txBox="1"/>
          <p:nvPr/>
        </p:nvSpPr>
        <p:spPr>
          <a:xfrm>
            <a:off x="3388717" y="2276627"/>
            <a:ext cx="761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/>
              <a:t>Silver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369CF-7925-EBBD-3B7D-DCCE7BD9B256}"/>
              </a:ext>
            </a:extLst>
          </p:cNvPr>
          <p:cNvSpPr txBox="1"/>
          <p:nvPr/>
        </p:nvSpPr>
        <p:spPr>
          <a:xfrm>
            <a:off x="3769716" y="4342904"/>
            <a:ext cx="761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/>
              <a:t>Black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4C95B78-7914-78EC-8004-F6A5758C08CE}"/>
                  </a:ext>
                </a:extLst>
              </p14:cNvPr>
              <p14:cNvContentPartPr/>
              <p14:nvPr/>
            </p14:nvContentPartPr>
            <p14:xfrm>
              <a:off x="7786777" y="3067428"/>
              <a:ext cx="30780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4C95B78-7914-78EC-8004-F6A5758C08C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24137" y="3004428"/>
                <a:ext cx="43344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9E18606-EA02-06F7-E420-161A72FFDADD}"/>
              </a:ext>
            </a:extLst>
          </p:cNvPr>
          <p:cNvSpPr txBox="1"/>
          <p:nvPr/>
        </p:nvSpPr>
        <p:spPr>
          <a:xfrm>
            <a:off x="7559677" y="3334995"/>
            <a:ext cx="761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/>
              <a:t>Gray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1720123-5092-D77A-71F1-D0782DA08DFF}"/>
                  </a:ext>
                </a:extLst>
              </p14:cNvPr>
              <p14:cNvContentPartPr/>
              <p14:nvPr/>
            </p14:nvContentPartPr>
            <p14:xfrm>
              <a:off x="5678977" y="1503948"/>
              <a:ext cx="200880" cy="20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1720123-5092-D77A-71F1-D0782DA08DF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15977" y="1441308"/>
                <a:ext cx="326520" cy="14652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BE4E628-289F-5511-3931-368A91DCF938}"/>
              </a:ext>
            </a:extLst>
          </p:cNvPr>
          <p:cNvSpPr txBox="1"/>
          <p:nvPr/>
        </p:nvSpPr>
        <p:spPr>
          <a:xfrm>
            <a:off x="5498857" y="1396226"/>
            <a:ext cx="761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/>
              <a:t>Blue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32AD13F-64D9-2536-4BCC-CA86A9EB6B72}"/>
                  </a:ext>
                </a:extLst>
              </p14:cNvPr>
              <p14:cNvContentPartPr/>
              <p14:nvPr/>
            </p14:nvContentPartPr>
            <p14:xfrm>
              <a:off x="6759697" y="1652268"/>
              <a:ext cx="384120" cy="792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32AD13F-64D9-2536-4BCC-CA86A9EB6B7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97057" y="1589268"/>
                <a:ext cx="509760" cy="20484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07D9A63-46CA-811F-8D29-EFA855364006}"/>
              </a:ext>
            </a:extLst>
          </p:cNvPr>
          <p:cNvSpPr txBox="1"/>
          <p:nvPr/>
        </p:nvSpPr>
        <p:spPr>
          <a:xfrm>
            <a:off x="6570757" y="1677549"/>
            <a:ext cx="761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/>
              <a:t>White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8D5605F-31AA-7DA3-FAD4-0929EFB5C4E7}"/>
                  </a:ext>
                </a:extLst>
              </p14:cNvPr>
              <p14:cNvContentPartPr/>
              <p14:nvPr/>
            </p14:nvContentPartPr>
            <p14:xfrm>
              <a:off x="6028537" y="1368588"/>
              <a:ext cx="295920" cy="155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8D5605F-31AA-7DA3-FAD4-0929EFB5C4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65537" y="1305948"/>
                <a:ext cx="421560" cy="28116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20FEDBC-B5CF-848A-827E-B4714E64ED74}"/>
              </a:ext>
            </a:extLst>
          </p:cNvPr>
          <p:cNvSpPr txBox="1"/>
          <p:nvPr/>
        </p:nvSpPr>
        <p:spPr>
          <a:xfrm>
            <a:off x="5879856" y="1476424"/>
            <a:ext cx="761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/>
              <a:t>Gold</a:t>
            </a:r>
          </a:p>
        </p:txBody>
      </p:sp>
    </p:spTree>
    <p:extLst>
      <p:ext uri="{BB962C8B-B14F-4D97-AF65-F5344CB8AC3E}">
        <p14:creationId xmlns:p14="http://schemas.microsoft.com/office/powerpoint/2010/main" val="4008699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BC478-B102-1F3D-8993-A642B2A8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B0987F-1411-1E85-C183-95442A1F2F24}"/>
              </a:ext>
            </a:extLst>
          </p:cNvPr>
          <p:cNvSpPr txBox="1"/>
          <p:nvPr/>
        </p:nvSpPr>
        <p:spPr>
          <a:xfrm>
            <a:off x="560439" y="264813"/>
            <a:ext cx="7698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WHY Hypothesis Comes After Visualization?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BCB98-538D-EF00-D8C8-4A0B2155C867}"/>
              </a:ext>
            </a:extLst>
          </p:cNvPr>
          <p:cNvSpPr txBox="1"/>
          <p:nvPr/>
        </p:nvSpPr>
        <p:spPr>
          <a:xfrm>
            <a:off x="1465007" y="1057217"/>
            <a:ext cx="6794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Because Visuals Tell Us What Looks True.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Statistics Tell Us Whether It Is Actually True.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53301-AF99-5EB3-4401-E401D1599A56}"/>
              </a:ext>
            </a:extLst>
          </p:cNvPr>
          <p:cNvSpPr txBox="1"/>
          <p:nvPr/>
        </p:nvSpPr>
        <p:spPr>
          <a:xfrm>
            <a:off x="2895600" y="2126444"/>
            <a:ext cx="6892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FF0000"/>
                </a:solidFill>
              </a:rPr>
              <a:t>Hypothesis 1 Between RAM vs Price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653E3-DAF0-32F2-2256-CE43ECB43292}"/>
              </a:ext>
            </a:extLst>
          </p:cNvPr>
          <p:cNvSpPr txBox="1"/>
          <p:nvPr/>
        </p:nvSpPr>
        <p:spPr>
          <a:xfrm>
            <a:off x="1465007" y="3872781"/>
            <a:ext cx="52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ANOVA p-value: 0.00014083307984405757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D2C4D-E3EA-6F6D-0C4D-375CFEC6D7FC}"/>
              </a:ext>
            </a:extLst>
          </p:cNvPr>
          <p:cNvSpPr txBox="1"/>
          <p:nvPr/>
        </p:nvSpPr>
        <p:spPr>
          <a:xfrm>
            <a:off x="1465007" y="4561862"/>
            <a:ext cx="111891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b="1" dirty="0"/>
              <a:t>if</a:t>
            </a:r>
            <a:r>
              <a:rPr lang="en-US" dirty="0"/>
              <a:t> p_value </a:t>
            </a:r>
            <a:r>
              <a:rPr lang="en-US" b="1" dirty="0"/>
              <a:t>&lt;</a:t>
            </a:r>
            <a:r>
              <a:rPr lang="en-US" dirty="0"/>
              <a:t> 0.05:</a:t>
            </a:r>
          </a:p>
          <a:p>
            <a:pPr fontAlgn="t"/>
            <a:r>
              <a:rPr lang="en-US" dirty="0"/>
              <a:t>    print("Reject H₀ → RAM significantly affects price")</a:t>
            </a:r>
          </a:p>
          <a:p>
            <a:pPr fontAlgn="t"/>
            <a:r>
              <a:rPr lang="en-US" b="1" dirty="0"/>
              <a:t>else</a:t>
            </a:r>
            <a:r>
              <a:rPr lang="en-US" dirty="0"/>
              <a:t>:</a:t>
            </a:r>
          </a:p>
          <a:p>
            <a:pPr fontAlgn="t"/>
            <a:r>
              <a:rPr lang="en-US" dirty="0"/>
              <a:t>    print("Fail to reject H₀ → No significant impact") </a:t>
            </a:r>
            <a:r>
              <a:rPr lang="en-US" dirty="0">
                <a:sym typeface="Wingdings" panose="05000000000000000000" pitchFamily="2" charset="2"/>
              </a:rPr>
              <a:t>Yes RAM Increases Price.</a:t>
            </a:r>
          </a:p>
          <a:p>
            <a:pPr fontAlgn="t"/>
            <a:endParaRPr lang="en-US" dirty="0"/>
          </a:p>
          <a:p>
            <a:r>
              <a:rPr lang="en-US" b="1" dirty="0"/>
              <a:t>Output : </a:t>
            </a:r>
          </a:p>
          <a:p>
            <a:r>
              <a:rPr lang="en-US" dirty="0"/>
              <a:t>                   Reject H₀ → RAM significantly affects price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318DA2-AE20-1D59-D4B8-337C5F945837}"/>
              </a:ext>
            </a:extLst>
          </p:cNvPr>
          <p:cNvSpPr txBox="1"/>
          <p:nvPr/>
        </p:nvSpPr>
        <p:spPr>
          <a:xfrm>
            <a:off x="1465007" y="3105834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H0</a:t>
            </a:r>
            <a:r>
              <a:rPr lang="en-US" dirty="0"/>
              <a:t>: RAM Has No Impact On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H1</a:t>
            </a:r>
            <a:r>
              <a:rPr lang="en-US" dirty="0"/>
              <a:t>: Higher RAM Increases Price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7B738D-84AA-FCFE-7B61-0C9BC2213A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45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48CE0F1-D789-FE95-708B-61EBB024F007}"/>
              </a:ext>
            </a:extLst>
          </p:cNvPr>
          <p:cNvSpPr txBox="1"/>
          <p:nvPr/>
        </p:nvSpPr>
        <p:spPr>
          <a:xfrm>
            <a:off x="2649793" y="96634"/>
            <a:ext cx="6892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Hypothesis 2  Between Rating vs Price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6AA903-A44B-82F3-9B1A-97F164251DAE}"/>
              </a:ext>
            </a:extLst>
          </p:cNvPr>
          <p:cNvSpPr txBox="1"/>
          <p:nvPr/>
        </p:nvSpPr>
        <p:spPr>
          <a:xfrm>
            <a:off x="398207" y="2778163"/>
            <a:ext cx="52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b="1" dirty="0"/>
              <a:t>p_value </a:t>
            </a:r>
            <a:r>
              <a:rPr lang="en-IN" dirty="0"/>
              <a:t>: 0.7521529065902437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7F9ED-8889-6F1C-645C-AF8D6D82125D}"/>
              </a:ext>
            </a:extLst>
          </p:cNvPr>
          <p:cNvSpPr txBox="1"/>
          <p:nvPr/>
        </p:nvSpPr>
        <p:spPr>
          <a:xfrm>
            <a:off x="1288026" y="3861897"/>
            <a:ext cx="111891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b="1" dirty="0"/>
              <a:t>if</a:t>
            </a:r>
            <a:r>
              <a:rPr lang="en-US" dirty="0"/>
              <a:t> p_stats </a:t>
            </a:r>
            <a:r>
              <a:rPr lang="en-US" b="1" dirty="0"/>
              <a:t>&lt;</a:t>
            </a:r>
            <a:r>
              <a:rPr lang="en-US" dirty="0"/>
              <a:t> 0.05:</a:t>
            </a:r>
          </a:p>
          <a:p>
            <a:pPr fontAlgn="t"/>
            <a:r>
              <a:rPr lang="en-US" dirty="0"/>
              <a:t>    print("Reject H₀ → Rating significantly affects price")</a:t>
            </a:r>
          </a:p>
          <a:p>
            <a:pPr fontAlgn="t"/>
            <a:r>
              <a:rPr lang="en-US" b="1" dirty="0"/>
              <a:t>else</a:t>
            </a:r>
            <a:r>
              <a:rPr lang="en-US" dirty="0"/>
              <a:t>:</a:t>
            </a:r>
          </a:p>
          <a:p>
            <a:pPr fontAlgn="t"/>
            <a:r>
              <a:rPr lang="en-US" dirty="0"/>
              <a:t>    print("Fail to reject H₀ → No significant impact") </a:t>
            </a:r>
            <a:r>
              <a:rPr lang="en-US" dirty="0">
                <a:sym typeface="Wingdings" panose="05000000000000000000" pitchFamily="2" charset="2"/>
              </a:rPr>
              <a:t> H0 is Correct, Customer Rating </a:t>
            </a:r>
            <a:r>
              <a:rPr lang="en-IN" dirty="0">
                <a:sym typeface="Wingdings" panose="05000000000000000000" pitchFamily="2" charset="2"/>
              </a:rPr>
              <a:t>Doesn’t Increase Price</a:t>
            </a:r>
            <a:endParaRPr lang="en-US" dirty="0"/>
          </a:p>
          <a:p>
            <a:pPr latinLnBrk="1"/>
            <a:endParaRPr lang="en-US" dirty="0"/>
          </a:p>
          <a:p>
            <a:pPr latinLnBrk="1"/>
            <a:r>
              <a:rPr lang="en-US" b="1" dirty="0"/>
              <a:t>Output :</a:t>
            </a:r>
          </a:p>
          <a:p>
            <a:pPr latinLnBrk="1"/>
            <a:r>
              <a:rPr lang="en-US" dirty="0"/>
              <a:t>                 Fail to reject H₀ → No significant 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74B6E6-2124-BE00-448D-B5F49B46DE4D}"/>
              </a:ext>
            </a:extLst>
          </p:cNvPr>
          <p:cNvSpPr txBox="1"/>
          <p:nvPr/>
        </p:nvSpPr>
        <p:spPr>
          <a:xfrm>
            <a:off x="398207" y="1502212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H0</a:t>
            </a:r>
            <a:r>
              <a:rPr lang="en-US" sz="2000" dirty="0"/>
              <a:t>: Rating Has No Impact On Price</a:t>
            </a:r>
          </a:p>
          <a:p>
            <a:r>
              <a:rPr lang="en-US" sz="2000" b="1" dirty="0"/>
              <a:t>H1</a:t>
            </a:r>
            <a:r>
              <a:rPr lang="en-US" sz="2000" dirty="0"/>
              <a:t>: Higher Rating Increases Price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FB2946-D1EA-978C-F46E-30A043BAF4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75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5EC1D-48A8-F7F6-6136-031E909CC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8DA29F-905C-F34E-5A1F-3BC77B8E39F4}"/>
              </a:ext>
            </a:extLst>
          </p:cNvPr>
          <p:cNvSpPr txBox="1"/>
          <p:nvPr/>
        </p:nvSpPr>
        <p:spPr>
          <a:xfrm>
            <a:off x="2649793" y="96634"/>
            <a:ext cx="6892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Hypothesis 3  Between CPU And Price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59501-1657-13CE-6759-50248390EFFF}"/>
              </a:ext>
            </a:extLst>
          </p:cNvPr>
          <p:cNvSpPr txBox="1"/>
          <p:nvPr/>
        </p:nvSpPr>
        <p:spPr>
          <a:xfrm>
            <a:off x="884903" y="2105561"/>
            <a:ext cx="52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b="1" dirty="0"/>
              <a:t>p_value </a:t>
            </a:r>
            <a:r>
              <a:rPr lang="en-IN" dirty="0"/>
              <a:t>: 7.4106565502904215e-06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AD43A3-04B9-ECF3-CF35-66F426895D10}"/>
              </a:ext>
            </a:extLst>
          </p:cNvPr>
          <p:cNvSpPr txBox="1"/>
          <p:nvPr/>
        </p:nvSpPr>
        <p:spPr>
          <a:xfrm>
            <a:off x="884903" y="4533395"/>
            <a:ext cx="111891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if</a:t>
            </a:r>
            <a:r>
              <a:rPr lang="en-US" dirty="0"/>
              <a:t> p_stats </a:t>
            </a:r>
            <a:r>
              <a:rPr lang="en-US" b="1" dirty="0"/>
              <a:t>&lt;</a:t>
            </a:r>
            <a:r>
              <a:rPr lang="en-US" dirty="0"/>
              <a:t> 0.05:</a:t>
            </a:r>
          </a:p>
          <a:p>
            <a:r>
              <a:rPr lang="en-US" dirty="0"/>
              <a:t>    print("Reject H₀ → CPU significantly affects price")</a:t>
            </a:r>
          </a:p>
          <a:p>
            <a:r>
              <a:rPr lang="en-US" b="1" dirty="0"/>
              <a:t>else</a:t>
            </a:r>
            <a:r>
              <a:rPr lang="en-US" dirty="0"/>
              <a:t>:</a:t>
            </a:r>
          </a:p>
          <a:p>
            <a:r>
              <a:rPr lang="en-US" dirty="0"/>
              <a:t>    print("Fail to reject H₀ → No significant impact") </a:t>
            </a:r>
            <a:r>
              <a:rPr lang="en-US" dirty="0">
                <a:sym typeface="Wingdings" panose="05000000000000000000" pitchFamily="2" charset="2"/>
              </a:rPr>
              <a:t> Yes </a:t>
            </a:r>
            <a:r>
              <a:rPr lang="en-IN" dirty="0">
                <a:sym typeface="Wingdings" panose="05000000000000000000" pitchFamily="2" charset="2"/>
              </a:rPr>
              <a:t>Higher CPU Increases Price.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b="1" dirty="0">
                <a:sym typeface="Wingdings" panose="05000000000000000000" pitchFamily="2" charset="2"/>
              </a:rPr>
              <a:t>Output :</a:t>
            </a:r>
          </a:p>
          <a:p>
            <a:r>
              <a:rPr lang="en-US" b="1" dirty="0">
                <a:sym typeface="Wingdings" panose="05000000000000000000" pitchFamily="2" charset="2"/>
              </a:rPr>
              <a:t>	</a:t>
            </a:r>
            <a:r>
              <a:rPr lang="en-US" dirty="0"/>
              <a:t>Reject H₀ → CPU significantly affects price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F8590-611C-ACD0-A40C-6D8B554705B1}"/>
              </a:ext>
            </a:extLst>
          </p:cNvPr>
          <p:cNvSpPr txBox="1"/>
          <p:nvPr/>
        </p:nvSpPr>
        <p:spPr>
          <a:xfrm>
            <a:off x="398207" y="989186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H0</a:t>
            </a:r>
            <a:r>
              <a:rPr lang="en-US" sz="2000" dirty="0"/>
              <a:t>: CPU has no impact on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H1</a:t>
            </a:r>
            <a:r>
              <a:rPr lang="en-US" sz="2000" dirty="0"/>
              <a:t>: Higher CPU increases price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65F886-86CC-205B-ACFD-8DCC7E3D8253}"/>
              </a:ext>
            </a:extLst>
          </p:cNvPr>
          <p:cNvSpPr txBox="1"/>
          <p:nvPr/>
        </p:nvSpPr>
        <p:spPr>
          <a:xfrm>
            <a:off x="884903" y="2644169"/>
            <a:ext cx="41393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p_value </a:t>
            </a:r>
            <a:r>
              <a:rPr lang="en-US" dirty="0"/>
              <a:t>= 7.4106565502904215e-06</a:t>
            </a:r>
          </a:p>
          <a:p>
            <a:endParaRPr lang="en-US" dirty="0"/>
          </a:p>
          <a:p>
            <a:r>
              <a:rPr lang="en-US" dirty="0"/>
              <a:t>7.41 × 10⁻⁶ = 0.00000741</a:t>
            </a:r>
          </a:p>
          <a:p>
            <a:endParaRPr lang="en-US" dirty="0"/>
          </a:p>
          <a:p>
            <a:r>
              <a:rPr lang="en-US" b="1" dirty="0"/>
              <a:t>p-value</a:t>
            </a:r>
            <a:r>
              <a:rPr lang="en-US" dirty="0"/>
              <a:t> = 0.00000741 &lt; 0.05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D88927-6E1E-F02A-5DED-27A17A39E6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25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4A0A5C-C616-EFD3-DB39-9DAA11774175}"/>
              </a:ext>
            </a:extLst>
          </p:cNvPr>
          <p:cNvSpPr txBox="1"/>
          <p:nvPr/>
        </p:nvSpPr>
        <p:spPr>
          <a:xfrm>
            <a:off x="4714567" y="174515"/>
            <a:ext cx="2762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rgbClr val="FF0000"/>
                </a:solidFill>
              </a:rPr>
              <a:t>Challenges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C0849-E087-F80E-CC2F-E02BA6FC1B36}"/>
              </a:ext>
            </a:extLst>
          </p:cNvPr>
          <p:cNvSpPr txBox="1"/>
          <p:nvPr/>
        </p:nvSpPr>
        <p:spPr>
          <a:xfrm>
            <a:off x="0" y="1956619"/>
            <a:ext cx="12192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Handling Missing / Null Values Efficiently Using Pandas (Fillna, Dropna) Without Losing Key Data.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Categorical Inconsistency In Brand, Processor And Names Requiring Preprocessing.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Outliers From Gaming And Premium Laptops, Impacting Summary Statistics.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Limited Numerical Sales Metrics, Restricting Predictive And Trend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Visualizing Complex Relationships Between Features Using Seaborn (Heatmap) For Clarity.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3C2DE-9EB6-5E0E-DB00-2106A7CD0D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64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3017A9-2A80-FAB6-1EB1-C6FE31C9C9E6}"/>
              </a:ext>
            </a:extLst>
          </p:cNvPr>
          <p:cNvSpPr txBox="1"/>
          <p:nvPr/>
        </p:nvSpPr>
        <p:spPr>
          <a:xfrm>
            <a:off x="4045974" y="167149"/>
            <a:ext cx="4100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F9B26-3703-F18E-5880-5FA846095404}"/>
              </a:ext>
            </a:extLst>
          </p:cNvPr>
          <p:cNvSpPr txBox="1"/>
          <p:nvPr/>
        </p:nvSpPr>
        <p:spPr>
          <a:xfrm>
            <a:off x="1" y="1356851"/>
            <a:ext cx="1219199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Focus On Mid-range Laptops As They Drive The Highest Market Demand And Sales Volume.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Prioritize Performance Upgrades (RAM, CPU) Over Cosmetic Features To Attract Buyers.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Offer Competitive Pricing For Popular Configurations (Intel I5, 8–16 Gb Ram).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Strengthen Brand Positioning And Trust, As Brand Perception Influences Pricing Decisions.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Use Customer Ratings For Quality Improvement, Not As A Primary Pricing Factor.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300" dirty="0"/>
              <a:t>Use Ratings And Reviews To Improve Product Quality And After-sales Service, Not Just Promotions.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876C19-4108-8EC2-2257-F7319F3F6D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12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318A9-DD67-02C5-2764-D36CAEBA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484A83-3535-41FC-3E72-C6F6B4F747C2}"/>
              </a:ext>
            </a:extLst>
          </p:cNvPr>
          <p:cNvSpPr txBox="1"/>
          <p:nvPr/>
        </p:nvSpPr>
        <p:spPr>
          <a:xfrm>
            <a:off x="4557250" y="187744"/>
            <a:ext cx="30774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061F6-D5CF-8D32-7DB6-B85340224CA0}"/>
              </a:ext>
            </a:extLst>
          </p:cNvPr>
          <p:cNvSpPr txBox="1">
            <a:spLocks/>
          </p:cNvSpPr>
          <p:nvPr/>
        </p:nvSpPr>
        <p:spPr>
          <a:xfrm>
            <a:off x="-1" y="1105085"/>
            <a:ext cx="12192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RAM And CPU Are The Strongest Factors Influencing Laptop Prices.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Intel I5 Processors Dominate The Market, Showing Highest Customer Demand.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Most Laptops Fall In The Mid-price Range ( Upto 50,000 ), Indicating Preference For Value-for-money Models.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Brand Reputation Impacts Pricing, Even With Similar Specifications.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Customer Ratings Have Weak Influence On Price, Reflecting Satisfaction Rather Than Cost.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Price Distribution Is Right-skewed, With Fewer High-end Premium Laptops.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CF5A5-8E55-E046-CEED-9CE6E4CFF0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29523" y="6419789"/>
            <a:ext cx="2162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66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AE0F2-53F0-F497-BF38-4C4BAA98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D25079-3866-300B-BAD4-D355E85F9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90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1460</Words>
  <Application>Microsoft Office PowerPoint</Application>
  <PresentationFormat>Widescreen</PresentationFormat>
  <Paragraphs>213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Reddaveni Thirupathi</dc:creator>
  <cp:lastModifiedBy>Reddaveni Thirupathi</cp:lastModifiedBy>
  <cp:revision>1</cp:revision>
  <dcterms:created xsi:type="dcterms:W3CDTF">2026-01-27T06:47:51Z</dcterms:created>
  <dcterms:modified xsi:type="dcterms:W3CDTF">2026-01-31T05:18:26Z</dcterms:modified>
</cp:coreProperties>
</file>